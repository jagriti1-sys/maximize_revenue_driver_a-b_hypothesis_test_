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1" r:id="rId1"/>
  </p:sldMasterIdLst>
  <p:sldIdLst>
    <p:sldId id="256" r:id="rId2"/>
    <p:sldId id="257" r:id="rId3"/>
    <p:sldId id="258" r:id="rId4"/>
    <p:sldId id="260" r:id="rId5"/>
    <p:sldId id="259" r:id="rId6"/>
    <p:sldId id="261" r:id="rId7"/>
    <p:sldId id="262" r:id="rId8"/>
    <p:sldId id="263" r:id="rId9"/>
    <p:sldId id="265" r:id="rId10"/>
    <p:sldId id="266" r:id="rId11"/>
    <p:sldId id="274" r:id="rId12"/>
    <p:sldId id="264" r:id="rId13"/>
    <p:sldId id="275" r:id="rId14"/>
    <p:sldId id="269" r:id="rId15"/>
    <p:sldId id="268" r:id="rId16"/>
    <p:sldId id="2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9561"/>
    <p:restoredTop sz="94718"/>
  </p:normalViewPr>
  <p:slideViewPr>
    <p:cSldViewPr snapToGrid="0">
      <p:cViewPr varScale="1">
        <p:scale>
          <a:sx n="96" d="100"/>
          <a:sy n="96" d="100"/>
        </p:scale>
        <p:origin x="168" y="6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6DCF84E-A5C9-470E-AF56-A1416E31832C}" type="doc">
      <dgm:prSet loTypeId="urn:microsoft.com/office/officeart/2008/layout/LinedList" loCatId="list" qsTypeId="urn:microsoft.com/office/officeart/2005/8/quickstyle/simple1" qsCatId="simple" csTypeId="urn:microsoft.com/office/officeart/2005/8/colors/accent1_2" csCatId="accent1"/>
      <dgm:spPr/>
      <dgm:t>
        <a:bodyPr/>
        <a:lstStyle/>
        <a:p>
          <a:endParaRPr lang="en-US"/>
        </a:p>
      </dgm:t>
    </dgm:pt>
    <dgm:pt modelId="{F619C72A-D40A-416B-BF22-009CF211D852}">
      <dgm:prSet custT="1"/>
      <dgm:spPr/>
      <dgm:t>
        <a:bodyPr/>
        <a:lstStyle/>
        <a:p>
          <a:r>
            <a:rPr lang="en-US" sz="2000" dirty="0">
              <a:latin typeface="Arial" panose="020B0604020202020204" pitchFamily="34" charset="0"/>
              <a:cs typeface="Arial" panose="020B0604020202020204" pitchFamily="34" charset="0"/>
            </a:rPr>
            <a:t>Problem Statement</a:t>
          </a:r>
        </a:p>
      </dgm:t>
    </dgm:pt>
    <dgm:pt modelId="{5B1EB512-C21D-4EEA-85EC-40502581DF8F}" type="parTrans" cxnId="{C888CE84-A757-476A-98E0-4ACD718303D0}">
      <dgm:prSet/>
      <dgm:spPr/>
      <dgm:t>
        <a:bodyPr/>
        <a:lstStyle/>
        <a:p>
          <a:endParaRPr lang="en-US"/>
        </a:p>
      </dgm:t>
    </dgm:pt>
    <dgm:pt modelId="{C7536D24-D6AA-408B-A884-53E3EA195CAC}" type="sibTrans" cxnId="{C888CE84-A757-476A-98E0-4ACD718303D0}">
      <dgm:prSet/>
      <dgm:spPr/>
      <dgm:t>
        <a:bodyPr/>
        <a:lstStyle/>
        <a:p>
          <a:endParaRPr lang="en-US"/>
        </a:p>
      </dgm:t>
    </dgm:pt>
    <dgm:pt modelId="{F622FA45-E9B8-40BD-B41F-A4EEC47D42DB}">
      <dgm:prSet custT="1"/>
      <dgm:spPr/>
      <dgm:t>
        <a:bodyPr/>
        <a:lstStyle/>
        <a:p>
          <a:r>
            <a:rPr lang="en-US" sz="2000" dirty="0">
              <a:latin typeface="Arial" panose="020B0604020202020204" pitchFamily="34" charset="0"/>
              <a:cs typeface="Arial" panose="020B0604020202020204" pitchFamily="34" charset="0"/>
            </a:rPr>
            <a:t>Research Question </a:t>
          </a:r>
        </a:p>
      </dgm:t>
    </dgm:pt>
    <dgm:pt modelId="{A41C9949-B500-4503-B455-BC04E5FFE679}" type="parTrans" cxnId="{FF4B7C68-03D0-4C1F-993E-55A2ECBA6FE8}">
      <dgm:prSet/>
      <dgm:spPr/>
      <dgm:t>
        <a:bodyPr/>
        <a:lstStyle/>
        <a:p>
          <a:endParaRPr lang="en-US"/>
        </a:p>
      </dgm:t>
    </dgm:pt>
    <dgm:pt modelId="{5F3AF27F-C2EF-46CB-AEBE-FEB6DE0968D8}" type="sibTrans" cxnId="{FF4B7C68-03D0-4C1F-993E-55A2ECBA6FE8}">
      <dgm:prSet/>
      <dgm:spPr/>
      <dgm:t>
        <a:bodyPr/>
        <a:lstStyle/>
        <a:p>
          <a:endParaRPr lang="en-US"/>
        </a:p>
      </dgm:t>
    </dgm:pt>
    <dgm:pt modelId="{50943CB5-F7F8-40A0-B296-7F5F1009FD62}">
      <dgm:prSet custT="1"/>
      <dgm:spPr/>
      <dgm:t>
        <a:bodyPr/>
        <a:lstStyle/>
        <a:p>
          <a:r>
            <a:rPr lang="en-US" sz="2000" dirty="0">
              <a:latin typeface="Arial" panose="020B0604020202020204" pitchFamily="34" charset="0"/>
              <a:cs typeface="Arial" panose="020B0604020202020204" pitchFamily="34" charset="0"/>
            </a:rPr>
            <a:t>Data Overview</a:t>
          </a:r>
        </a:p>
      </dgm:t>
    </dgm:pt>
    <dgm:pt modelId="{C944C1E6-B174-4642-B7DB-52E930C3DA1D}" type="parTrans" cxnId="{423A9A94-2C0A-45A9-A93F-6CFEAAB13DE7}">
      <dgm:prSet/>
      <dgm:spPr/>
      <dgm:t>
        <a:bodyPr/>
        <a:lstStyle/>
        <a:p>
          <a:endParaRPr lang="en-US"/>
        </a:p>
      </dgm:t>
    </dgm:pt>
    <dgm:pt modelId="{9433259D-08A5-4276-8FD9-37C86F0D94D6}" type="sibTrans" cxnId="{423A9A94-2C0A-45A9-A93F-6CFEAAB13DE7}">
      <dgm:prSet/>
      <dgm:spPr/>
      <dgm:t>
        <a:bodyPr/>
        <a:lstStyle/>
        <a:p>
          <a:endParaRPr lang="en-US"/>
        </a:p>
      </dgm:t>
    </dgm:pt>
    <dgm:pt modelId="{9016EF15-6A11-4AA3-B96F-76798C5B588E}">
      <dgm:prSet custT="1"/>
      <dgm:spPr/>
      <dgm:t>
        <a:bodyPr/>
        <a:lstStyle/>
        <a:p>
          <a:r>
            <a:rPr lang="en-US" sz="2000" dirty="0">
              <a:latin typeface="Arial" panose="020B0604020202020204" pitchFamily="34" charset="0"/>
              <a:cs typeface="Arial" panose="020B0604020202020204" pitchFamily="34" charset="0"/>
            </a:rPr>
            <a:t>Methodology </a:t>
          </a:r>
        </a:p>
      </dgm:t>
    </dgm:pt>
    <dgm:pt modelId="{CA8E3327-CB22-417F-8469-65781E4A4D25}" type="parTrans" cxnId="{102A3F58-61F5-4346-A720-8E30FD992AD6}">
      <dgm:prSet/>
      <dgm:spPr/>
      <dgm:t>
        <a:bodyPr/>
        <a:lstStyle/>
        <a:p>
          <a:endParaRPr lang="en-US"/>
        </a:p>
      </dgm:t>
    </dgm:pt>
    <dgm:pt modelId="{B2C91782-7C5D-4885-8686-96D34FFC4C6F}" type="sibTrans" cxnId="{102A3F58-61F5-4346-A720-8E30FD992AD6}">
      <dgm:prSet/>
      <dgm:spPr/>
      <dgm:t>
        <a:bodyPr/>
        <a:lstStyle/>
        <a:p>
          <a:endParaRPr lang="en-US"/>
        </a:p>
      </dgm:t>
    </dgm:pt>
    <dgm:pt modelId="{E35FAE07-C173-4343-A082-B0AA911DC538}">
      <dgm:prSet custT="1"/>
      <dgm:spPr/>
      <dgm:t>
        <a:bodyPr/>
        <a:lstStyle/>
        <a:p>
          <a:r>
            <a:rPr lang="en-US" sz="2000" dirty="0">
              <a:latin typeface="Arial" panose="020B0604020202020204" pitchFamily="34" charset="0"/>
              <a:cs typeface="Arial" panose="020B0604020202020204" pitchFamily="34" charset="0"/>
            </a:rPr>
            <a:t>Analysis and Findings </a:t>
          </a:r>
        </a:p>
      </dgm:t>
    </dgm:pt>
    <dgm:pt modelId="{973727A7-8E27-47A8-8507-8D11E9820FBF}" type="parTrans" cxnId="{2D36B7E8-A21F-4768-9572-468B96768B4D}">
      <dgm:prSet/>
      <dgm:spPr/>
      <dgm:t>
        <a:bodyPr/>
        <a:lstStyle/>
        <a:p>
          <a:endParaRPr lang="en-US"/>
        </a:p>
      </dgm:t>
    </dgm:pt>
    <dgm:pt modelId="{E71F9D25-9510-40DE-8957-AAA5DFE05BB0}" type="sibTrans" cxnId="{2D36B7E8-A21F-4768-9572-468B96768B4D}">
      <dgm:prSet/>
      <dgm:spPr/>
      <dgm:t>
        <a:bodyPr/>
        <a:lstStyle/>
        <a:p>
          <a:endParaRPr lang="en-US"/>
        </a:p>
      </dgm:t>
    </dgm:pt>
    <dgm:pt modelId="{63F873C2-B5AE-4130-A69F-2628F44EDAE1}">
      <dgm:prSet custT="1"/>
      <dgm:spPr/>
      <dgm:t>
        <a:bodyPr/>
        <a:lstStyle/>
        <a:p>
          <a:r>
            <a:rPr lang="en-US" sz="2000" dirty="0">
              <a:latin typeface="Arial" panose="020B0604020202020204" pitchFamily="34" charset="0"/>
              <a:cs typeface="Arial" panose="020B0604020202020204" pitchFamily="34" charset="0"/>
            </a:rPr>
            <a:t>Hypothesis Testing </a:t>
          </a:r>
        </a:p>
      </dgm:t>
    </dgm:pt>
    <dgm:pt modelId="{5B3304FD-E00D-4552-90D9-5A9CB092F705}" type="parTrans" cxnId="{BE137101-178C-40AF-A16E-82F1925A6B57}">
      <dgm:prSet/>
      <dgm:spPr/>
      <dgm:t>
        <a:bodyPr/>
        <a:lstStyle/>
        <a:p>
          <a:endParaRPr lang="en-US"/>
        </a:p>
      </dgm:t>
    </dgm:pt>
    <dgm:pt modelId="{26F0D539-1C8F-4054-B237-E67FE86182DA}" type="sibTrans" cxnId="{BE137101-178C-40AF-A16E-82F1925A6B57}">
      <dgm:prSet/>
      <dgm:spPr/>
      <dgm:t>
        <a:bodyPr/>
        <a:lstStyle/>
        <a:p>
          <a:endParaRPr lang="en-US"/>
        </a:p>
      </dgm:t>
    </dgm:pt>
    <dgm:pt modelId="{330E0CB7-A7CB-4F51-94A8-9D5C3A6205A1}">
      <dgm:prSet custT="1"/>
      <dgm:spPr/>
      <dgm:t>
        <a:bodyPr/>
        <a:lstStyle/>
        <a:p>
          <a:r>
            <a:rPr lang="en-US" sz="2000" dirty="0">
              <a:latin typeface="Arial" panose="020B0604020202020204" pitchFamily="34" charset="0"/>
              <a:cs typeface="Arial" panose="020B0604020202020204" pitchFamily="34" charset="0"/>
            </a:rPr>
            <a:t>Recommendations </a:t>
          </a:r>
        </a:p>
      </dgm:t>
    </dgm:pt>
    <dgm:pt modelId="{6E22101A-108B-4AF3-AE23-4A64D064112C}" type="parTrans" cxnId="{914255B0-3125-44C4-B573-870FA99ACF5D}">
      <dgm:prSet/>
      <dgm:spPr/>
      <dgm:t>
        <a:bodyPr/>
        <a:lstStyle/>
        <a:p>
          <a:endParaRPr lang="en-US"/>
        </a:p>
      </dgm:t>
    </dgm:pt>
    <dgm:pt modelId="{71D47E40-CE39-482B-8B26-2CC5138A5385}" type="sibTrans" cxnId="{914255B0-3125-44C4-B573-870FA99ACF5D}">
      <dgm:prSet/>
      <dgm:spPr/>
      <dgm:t>
        <a:bodyPr/>
        <a:lstStyle/>
        <a:p>
          <a:endParaRPr lang="en-US"/>
        </a:p>
      </dgm:t>
    </dgm:pt>
    <dgm:pt modelId="{ED20E6B1-A8B6-5E4B-B922-4EF14F7048C3}" type="pres">
      <dgm:prSet presAssocID="{56DCF84E-A5C9-470E-AF56-A1416E31832C}" presName="vert0" presStyleCnt="0">
        <dgm:presLayoutVars>
          <dgm:dir/>
          <dgm:animOne val="branch"/>
          <dgm:animLvl val="lvl"/>
        </dgm:presLayoutVars>
      </dgm:prSet>
      <dgm:spPr/>
    </dgm:pt>
    <dgm:pt modelId="{99D224AC-14A8-6141-85A4-FA62AB8EDC1D}" type="pres">
      <dgm:prSet presAssocID="{F619C72A-D40A-416B-BF22-009CF211D852}" presName="thickLine" presStyleLbl="alignNode1" presStyleIdx="0" presStyleCnt="7"/>
      <dgm:spPr/>
    </dgm:pt>
    <dgm:pt modelId="{623C04F7-0A17-374C-8A31-7E539E7A96C8}" type="pres">
      <dgm:prSet presAssocID="{F619C72A-D40A-416B-BF22-009CF211D852}" presName="horz1" presStyleCnt="0"/>
      <dgm:spPr/>
    </dgm:pt>
    <dgm:pt modelId="{9AB92615-6B5A-3E45-9414-346B947B9411}" type="pres">
      <dgm:prSet presAssocID="{F619C72A-D40A-416B-BF22-009CF211D852}" presName="tx1" presStyleLbl="revTx" presStyleIdx="0" presStyleCnt="7"/>
      <dgm:spPr/>
    </dgm:pt>
    <dgm:pt modelId="{C9EFB037-9504-CE45-B7C4-03A7B221C34F}" type="pres">
      <dgm:prSet presAssocID="{F619C72A-D40A-416B-BF22-009CF211D852}" presName="vert1" presStyleCnt="0"/>
      <dgm:spPr/>
    </dgm:pt>
    <dgm:pt modelId="{A1DA02CA-6AA6-1641-90A3-99713E67181D}" type="pres">
      <dgm:prSet presAssocID="{F622FA45-E9B8-40BD-B41F-A4EEC47D42DB}" presName="thickLine" presStyleLbl="alignNode1" presStyleIdx="1" presStyleCnt="7"/>
      <dgm:spPr/>
    </dgm:pt>
    <dgm:pt modelId="{1F6B0757-27DC-5149-ADA0-410E3C3227B4}" type="pres">
      <dgm:prSet presAssocID="{F622FA45-E9B8-40BD-B41F-A4EEC47D42DB}" presName="horz1" presStyleCnt="0"/>
      <dgm:spPr/>
    </dgm:pt>
    <dgm:pt modelId="{4AEFEC45-BC36-9644-905B-3DDE6A7AC911}" type="pres">
      <dgm:prSet presAssocID="{F622FA45-E9B8-40BD-B41F-A4EEC47D42DB}" presName="tx1" presStyleLbl="revTx" presStyleIdx="1" presStyleCnt="7"/>
      <dgm:spPr/>
    </dgm:pt>
    <dgm:pt modelId="{C37227B5-A0C8-214E-B64A-584A5C383519}" type="pres">
      <dgm:prSet presAssocID="{F622FA45-E9B8-40BD-B41F-A4EEC47D42DB}" presName="vert1" presStyleCnt="0"/>
      <dgm:spPr/>
    </dgm:pt>
    <dgm:pt modelId="{772C2CF6-0FED-1845-A9D0-33A308F8360D}" type="pres">
      <dgm:prSet presAssocID="{50943CB5-F7F8-40A0-B296-7F5F1009FD62}" presName="thickLine" presStyleLbl="alignNode1" presStyleIdx="2" presStyleCnt="7"/>
      <dgm:spPr/>
    </dgm:pt>
    <dgm:pt modelId="{1D6EB893-E9DA-CB43-9F3B-5CEC50563E9F}" type="pres">
      <dgm:prSet presAssocID="{50943CB5-F7F8-40A0-B296-7F5F1009FD62}" presName="horz1" presStyleCnt="0"/>
      <dgm:spPr/>
    </dgm:pt>
    <dgm:pt modelId="{0DCD26EE-847E-0640-9D9C-A39C4238B484}" type="pres">
      <dgm:prSet presAssocID="{50943CB5-F7F8-40A0-B296-7F5F1009FD62}" presName="tx1" presStyleLbl="revTx" presStyleIdx="2" presStyleCnt="7"/>
      <dgm:spPr/>
    </dgm:pt>
    <dgm:pt modelId="{ED7AD0AA-1B49-D344-8980-6A195E768620}" type="pres">
      <dgm:prSet presAssocID="{50943CB5-F7F8-40A0-B296-7F5F1009FD62}" presName="vert1" presStyleCnt="0"/>
      <dgm:spPr/>
    </dgm:pt>
    <dgm:pt modelId="{C378C931-B06E-3240-AE20-195553DFABF0}" type="pres">
      <dgm:prSet presAssocID="{9016EF15-6A11-4AA3-B96F-76798C5B588E}" presName="thickLine" presStyleLbl="alignNode1" presStyleIdx="3" presStyleCnt="7"/>
      <dgm:spPr/>
    </dgm:pt>
    <dgm:pt modelId="{E08ABA6E-2A4E-8C44-B276-E28EB5815A96}" type="pres">
      <dgm:prSet presAssocID="{9016EF15-6A11-4AA3-B96F-76798C5B588E}" presName="horz1" presStyleCnt="0"/>
      <dgm:spPr/>
    </dgm:pt>
    <dgm:pt modelId="{49BE1713-44F9-D146-A79F-5058BC9E59F8}" type="pres">
      <dgm:prSet presAssocID="{9016EF15-6A11-4AA3-B96F-76798C5B588E}" presName="tx1" presStyleLbl="revTx" presStyleIdx="3" presStyleCnt="7"/>
      <dgm:spPr/>
    </dgm:pt>
    <dgm:pt modelId="{0EDAD982-9658-7744-B373-4AC1045F4877}" type="pres">
      <dgm:prSet presAssocID="{9016EF15-6A11-4AA3-B96F-76798C5B588E}" presName="vert1" presStyleCnt="0"/>
      <dgm:spPr/>
    </dgm:pt>
    <dgm:pt modelId="{A3FB94E8-940E-A74D-A102-6A1172571521}" type="pres">
      <dgm:prSet presAssocID="{E35FAE07-C173-4343-A082-B0AA911DC538}" presName="thickLine" presStyleLbl="alignNode1" presStyleIdx="4" presStyleCnt="7"/>
      <dgm:spPr/>
    </dgm:pt>
    <dgm:pt modelId="{533E2CB0-D81E-6349-A637-94E73B09FC0D}" type="pres">
      <dgm:prSet presAssocID="{E35FAE07-C173-4343-A082-B0AA911DC538}" presName="horz1" presStyleCnt="0"/>
      <dgm:spPr/>
    </dgm:pt>
    <dgm:pt modelId="{DDD82C76-BBC4-1545-8BB2-DFBEBFC15E65}" type="pres">
      <dgm:prSet presAssocID="{E35FAE07-C173-4343-A082-B0AA911DC538}" presName="tx1" presStyleLbl="revTx" presStyleIdx="4" presStyleCnt="7"/>
      <dgm:spPr/>
    </dgm:pt>
    <dgm:pt modelId="{ECA0A45F-6E78-CA45-94FD-74533478AD95}" type="pres">
      <dgm:prSet presAssocID="{E35FAE07-C173-4343-A082-B0AA911DC538}" presName="vert1" presStyleCnt="0"/>
      <dgm:spPr/>
    </dgm:pt>
    <dgm:pt modelId="{010C065D-D2CE-5E47-AF0E-9B0869CC2DAB}" type="pres">
      <dgm:prSet presAssocID="{63F873C2-B5AE-4130-A69F-2628F44EDAE1}" presName="thickLine" presStyleLbl="alignNode1" presStyleIdx="5" presStyleCnt="7"/>
      <dgm:spPr/>
    </dgm:pt>
    <dgm:pt modelId="{5FA3DC13-B9B8-BF48-BA60-D1EDAFB0A447}" type="pres">
      <dgm:prSet presAssocID="{63F873C2-B5AE-4130-A69F-2628F44EDAE1}" presName="horz1" presStyleCnt="0"/>
      <dgm:spPr/>
    </dgm:pt>
    <dgm:pt modelId="{74FE1C8D-84B7-AE43-8177-46011A39F484}" type="pres">
      <dgm:prSet presAssocID="{63F873C2-B5AE-4130-A69F-2628F44EDAE1}" presName="tx1" presStyleLbl="revTx" presStyleIdx="5" presStyleCnt="7"/>
      <dgm:spPr/>
    </dgm:pt>
    <dgm:pt modelId="{5BE035E2-709C-2442-815A-DA5EBD21F1DD}" type="pres">
      <dgm:prSet presAssocID="{63F873C2-B5AE-4130-A69F-2628F44EDAE1}" presName="vert1" presStyleCnt="0"/>
      <dgm:spPr/>
    </dgm:pt>
    <dgm:pt modelId="{6060CE3F-233E-6E40-AFCA-D174BAFB4890}" type="pres">
      <dgm:prSet presAssocID="{330E0CB7-A7CB-4F51-94A8-9D5C3A6205A1}" presName="thickLine" presStyleLbl="alignNode1" presStyleIdx="6" presStyleCnt="7"/>
      <dgm:spPr/>
    </dgm:pt>
    <dgm:pt modelId="{DFC79AA2-F9BB-CC4D-B01B-0717955A816A}" type="pres">
      <dgm:prSet presAssocID="{330E0CB7-A7CB-4F51-94A8-9D5C3A6205A1}" presName="horz1" presStyleCnt="0"/>
      <dgm:spPr/>
    </dgm:pt>
    <dgm:pt modelId="{028660E9-536F-804C-B47C-9357299B8E98}" type="pres">
      <dgm:prSet presAssocID="{330E0CB7-A7CB-4F51-94A8-9D5C3A6205A1}" presName="tx1" presStyleLbl="revTx" presStyleIdx="6" presStyleCnt="7"/>
      <dgm:spPr/>
    </dgm:pt>
    <dgm:pt modelId="{56ED3578-FFB0-B54B-883A-960F7FB4645E}" type="pres">
      <dgm:prSet presAssocID="{330E0CB7-A7CB-4F51-94A8-9D5C3A6205A1}" presName="vert1" presStyleCnt="0"/>
      <dgm:spPr/>
    </dgm:pt>
  </dgm:ptLst>
  <dgm:cxnLst>
    <dgm:cxn modelId="{BE137101-178C-40AF-A16E-82F1925A6B57}" srcId="{56DCF84E-A5C9-470E-AF56-A1416E31832C}" destId="{63F873C2-B5AE-4130-A69F-2628F44EDAE1}" srcOrd="5" destOrd="0" parTransId="{5B3304FD-E00D-4552-90D9-5A9CB092F705}" sibTransId="{26F0D539-1C8F-4054-B237-E67FE86182DA}"/>
    <dgm:cxn modelId="{48C11D14-929A-2D4F-BC1A-861E75B9437A}" type="presOf" srcId="{9016EF15-6A11-4AA3-B96F-76798C5B588E}" destId="{49BE1713-44F9-D146-A79F-5058BC9E59F8}" srcOrd="0" destOrd="0" presId="urn:microsoft.com/office/officeart/2008/layout/LinedList"/>
    <dgm:cxn modelId="{4FBF3F1E-28AF-204A-B518-744B9655A158}" type="presOf" srcId="{330E0CB7-A7CB-4F51-94A8-9D5C3A6205A1}" destId="{028660E9-536F-804C-B47C-9357299B8E98}" srcOrd="0" destOrd="0" presId="urn:microsoft.com/office/officeart/2008/layout/LinedList"/>
    <dgm:cxn modelId="{439E784B-DEB2-D64E-9885-A5277B2C7CA9}" type="presOf" srcId="{F622FA45-E9B8-40BD-B41F-A4EEC47D42DB}" destId="{4AEFEC45-BC36-9644-905B-3DDE6A7AC911}" srcOrd="0" destOrd="0" presId="urn:microsoft.com/office/officeart/2008/layout/LinedList"/>
    <dgm:cxn modelId="{102A3F58-61F5-4346-A720-8E30FD992AD6}" srcId="{56DCF84E-A5C9-470E-AF56-A1416E31832C}" destId="{9016EF15-6A11-4AA3-B96F-76798C5B588E}" srcOrd="3" destOrd="0" parTransId="{CA8E3327-CB22-417F-8469-65781E4A4D25}" sibTransId="{B2C91782-7C5D-4885-8686-96D34FFC4C6F}"/>
    <dgm:cxn modelId="{FF4B7C68-03D0-4C1F-993E-55A2ECBA6FE8}" srcId="{56DCF84E-A5C9-470E-AF56-A1416E31832C}" destId="{F622FA45-E9B8-40BD-B41F-A4EEC47D42DB}" srcOrd="1" destOrd="0" parTransId="{A41C9949-B500-4503-B455-BC04E5FFE679}" sibTransId="{5F3AF27F-C2EF-46CB-AEBE-FEB6DE0968D8}"/>
    <dgm:cxn modelId="{E0252A6E-5EEE-914F-BE72-56BE550ABBE4}" type="presOf" srcId="{63F873C2-B5AE-4130-A69F-2628F44EDAE1}" destId="{74FE1C8D-84B7-AE43-8177-46011A39F484}" srcOrd="0" destOrd="0" presId="urn:microsoft.com/office/officeart/2008/layout/LinedList"/>
    <dgm:cxn modelId="{C888CE84-A757-476A-98E0-4ACD718303D0}" srcId="{56DCF84E-A5C9-470E-AF56-A1416E31832C}" destId="{F619C72A-D40A-416B-BF22-009CF211D852}" srcOrd="0" destOrd="0" parTransId="{5B1EB512-C21D-4EEA-85EC-40502581DF8F}" sibTransId="{C7536D24-D6AA-408B-A884-53E3EA195CAC}"/>
    <dgm:cxn modelId="{423A9A94-2C0A-45A9-A93F-6CFEAAB13DE7}" srcId="{56DCF84E-A5C9-470E-AF56-A1416E31832C}" destId="{50943CB5-F7F8-40A0-B296-7F5F1009FD62}" srcOrd="2" destOrd="0" parTransId="{C944C1E6-B174-4642-B7DB-52E930C3DA1D}" sibTransId="{9433259D-08A5-4276-8FD9-37C86F0D94D6}"/>
    <dgm:cxn modelId="{717EDE9C-AB04-7740-901E-AE6F845C6C7C}" type="presOf" srcId="{56DCF84E-A5C9-470E-AF56-A1416E31832C}" destId="{ED20E6B1-A8B6-5E4B-B922-4EF14F7048C3}" srcOrd="0" destOrd="0" presId="urn:microsoft.com/office/officeart/2008/layout/LinedList"/>
    <dgm:cxn modelId="{914255B0-3125-44C4-B573-870FA99ACF5D}" srcId="{56DCF84E-A5C9-470E-AF56-A1416E31832C}" destId="{330E0CB7-A7CB-4F51-94A8-9D5C3A6205A1}" srcOrd="6" destOrd="0" parTransId="{6E22101A-108B-4AF3-AE23-4A64D064112C}" sibTransId="{71D47E40-CE39-482B-8B26-2CC5138A5385}"/>
    <dgm:cxn modelId="{FD7565B2-10CF-7C46-A36C-99925A9CEC6E}" type="presOf" srcId="{E35FAE07-C173-4343-A082-B0AA911DC538}" destId="{DDD82C76-BBC4-1545-8BB2-DFBEBFC15E65}" srcOrd="0" destOrd="0" presId="urn:microsoft.com/office/officeart/2008/layout/LinedList"/>
    <dgm:cxn modelId="{977B1CCF-A32F-4945-A686-1AA7263812F4}" type="presOf" srcId="{50943CB5-F7F8-40A0-B296-7F5F1009FD62}" destId="{0DCD26EE-847E-0640-9D9C-A39C4238B484}" srcOrd="0" destOrd="0" presId="urn:microsoft.com/office/officeart/2008/layout/LinedList"/>
    <dgm:cxn modelId="{41CA5CDE-BF3A-DF40-BFC8-9375BFC49F55}" type="presOf" srcId="{F619C72A-D40A-416B-BF22-009CF211D852}" destId="{9AB92615-6B5A-3E45-9414-346B947B9411}" srcOrd="0" destOrd="0" presId="urn:microsoft.com/office/officeart/2008/layout/LinedList"/>
    <dgm:cxn modelId="{2D36B7E8-A21F-4768-9572-468B96768B4D}" srcId="{56DCF84E-A5C9-470E-AF56-A1416E31832C}" destId="{E35FAE07-C173-4343-A082-B0AA911DC538}" srcOrd="4" destOrd="0" parTransId="{973727A7-8E27-47A8-8507-8D11E9820FBF}" sibTransId="{E71F9D25-9510-40DE-8957-AAA5DFE05BB0}"/>
    <dgm:cxn modelId="{654EA86F-5836-CD4B-8E35-6F16494CF45D}" type="presParOf" srcId="{ED20E6B1-A8B6-5E4B-B922-4EF14F7048C3}" destId="{99D224AC-14A8-6141-85A4-FA62AB8EDC1D}" srcOrd="0" destOrd="0" presId="urn:microsoft.com/office/officeart/2008/layout/LinedList"/>
    <dgm:cxn modelId="{132BA9F6-F841-2F4C-BD56-0696EA15930C}" type="presParOf" srcId="{ED20E6B1-A8B6-5E4B-B922-4EF14F7048C3}" destId="{623C04F7-0A17-374C-8A31-7E539E7A96C8}" srcOrd="1" destOrd="0" presId="urn:microsoft.com/office/officeart/2008/layout/LinedList"/>
    <dgm:cxn modelId="{0CED65EF-CA05-DC4B-89FE-0CF0EFBBF253}" type="presParOf" srcId="{623C04F7-0A17-374C-8A31-7E539E7A96C8}" destId="{9AB92615-6B5A-3E45-9414-346B947B9411}" srcOrd="0" destOrd="0" presId="urn:microsoft.com/office/officeart/2008/layout/LinedList"/>
    <dgm:cxn modelId="{A0116839-334F-DC4E-98A9-2F7E33334463}" type="presParOf" srcId="{623C04F7-0A17-374C-8A31-7E539E7A96C8}" destId="{C9EFB037-9504-CE45-B7C4-03A7B221C34F}" srcOrd="1" destOrd="0" presId="urn:microsoft.com/office/officeart/2008/layout/LinedList"/>
    <dgm:cxn modelId="{9F77DD5F-1253-8C41-A89B-9BEA72C7FC13}" type="presParOf" srcId="{ED20E6B1-A8B6-5E4B-B922-4EF14F7048C3}" destId="{A1DA02CA-6AA6-1641-90A3-99713E67181D}" srcOrd="2" destOrd="0" presId="urn:microsoft.com/office/officeart/2008/layout/LinedList"/>
    <dgm:cxn modelId="{978A5203-5303-3D47-8EA1-733C19D86D7B}" type="presParOf" srcId="{ED20E6B1-A8B6-5E4B-B922-4EF14F7048C3}" destId="{1F6B0757-27DC-5149-ADA0-410E3C3227B4}" srcOrd="3" destOrd="0" presId="urn:microsoft.com/office/officeart/2008/layout/LinedList"/>
    <dgm:cxn modelId="{0F137C49-EAEA-A44F-8083-259ED47CCA15}" type="presParOf" srcId="{1F6B0757-27DC-5149-ADA0-410E3C3227B4}" destId="{4AEFEC45-BC36-9644-905B-3DDE6A7AC911}" srcOrd="0" destOrd="0" presId="urn:microsoft.com/office/officeart/2008/layout/LinedList"/>
    <dgm:cxn modelId="{07C9ED2F-60AA-6A40-B12A-E2A392293ABE}" type="presParOf" srcId="{1F6B0757-27DC-5149-ADA0-410E3C3227B4}" destId="{C37227B5-A0C8-214E-B64A-584A5C383519}" srcOrd="1" destOrd="0" presId="urn:microsoft.com/office/officeart/2008/layout/LinedList"/>
    <dgm:cxn modelId="{1E3327C7-C8A1-904F-9EAE-348F71318A71}" type="presParOf" srcId="{ED20E6B1-A8B6-5E4B-B922-4EF14F7048C3}" destId="{772C2CF6-0FED-1845-A9D0-33A308F8360D}" srcOrd="4" destOrd="0" presId="urn:microsoft.com/office/officeart/2008/layout/LinedList"/>
    <dgm:cxn modelId="{1D46EB73-B3C6-7B48-BC1A-FA592706BB5E}" type="presParOf" srcId="{ED20E6B1-A8B6-5E4B-B922-4EF14F7048C3}" destId="{1D6EB893-E9DA-CB43-9F3B-5CEC50563E9F}" srcOrd="5" destOrd="0" presId="urn:microsoft.com/office/officeart/2008/layout/LinedList"/>
    <dgm:cxn modelId="{960339CA-6E86-DD4F-9EE5-6E7970B5273F}" type="presParOf" srcId="{1D6EB893-E9DA-CB43-9F3B-5CEC50563E9F}" destId="{0DCD26EE-847E-0640-9D9C-A39C4238B484}" srcOrd="0" destOrd="0" presId="urn:microsoft.com/office/officeart/2008/layout/LinedList"/>
    <dgm:cxn modelId="{12527554-FE9D-9543-8D69-0A51F42C4589}" type="presParOf" srcId="{1D6EB893-E9DA-CB43-9F3B-5CEC50563E9F}" destId="{ED7AD0AA-1B49-D344-8980-6A195E768620}" srcOrd="1" destOrd="0" presId="urn:microsoft.com/office/officeart/2008/layout/LinedList"/>
    <dgm:cxn modelId="{75B0C799-F3C4-6F4F-AB16-EB71456F9629}" type="presParOf" srcId="{ED20E6B1-A8B6-5E4B-B922-4EF14F7048C3}" destId="{C378C931-B06E-3240-AE20-195553DFABF0}" srcOrd="6" destOrd="0" presId="urn:microsoft.com/office/officeart/2008/layout/LinedList"/>
    <dgm:cxn modelId="{1E3A60F8-95BA-C942-A5DE-71B34BCB6C43}" type="presParOf" srcId="{ED20E6B1-A8B6-5E4B-B922-4EF14F7048C3}" destId="{E08ABA6E-2A4E-8C44-B276-E28EB5815A96}" srcOrd="7" destOrd="0" presId="urn:microsoft.com/office/officeart/2008/layout/LinedList"/>
    <dgm:cxn modelId="{5FA5B03C-7015-6940-A02F-E0862E1B208B}" type="presParOf" srcId="{E08ABA6E-2A4E-8C44-B276-E28EB5815A96}" destId="{49BE1713-44F9-D146-A79F-5058BC9E59F8}" srcOrd="0" destOrd="0" presId="urn:microsoft.com/office/officeart/2008/layout/LinedList"/>
    <dgm:cxn modelId="{FD3419E9-5330-5E4C-AF32-91A6EC5705C8}" type="presParOf" srcId="{E08ABA6E-2A4E-8C44-B276-E28EB5815A96}" destId="{0EDAD982-9658-7744-B373-4AC1045F4877}" srcOrd="1" destOrd="0" presId="urn:microsoft.com/office/officeart/2008/layout/LinedList"/>
    <dgm:cxn modelId="{7F7818EB-2D96-3F48-B5E2-375CA21A34FF}" type="presParOf" srcId="{ED20E6B1-A8B6-5E4B-B922-4EF14F7048C3}" destId="{A3FB94E8-940E-A74D-A102-6A1172571521}" srcOrd="8" destOrd="0" presId="urn:microsoft.com/office/officeart/2008/layout/LinedList"/>
    <dgm:cxn modelId="{F5F9ED45-1DB3-4047-B3D0-1D712A45FC92}" type="presParOf" srcId="{ED20E6B1-A8B6-5E4B-B922-4EF14F7048C3}" destId="{533E2CB0-D81E-6349-A637-94E73B09FC0D}" srcOrd="9" destOrd="0" presId="urn:microsoft.com/office/officeart/2008/layout/LinedList"/>
    <dgm:cxn modelId="{9D47C6C3-0075-3849-BE1A-A6E8975FB6FA}" type="presParOf" srcId="{533E2CB0-D81E-6349-A637-94E73B09FC0D}" destId="{DDD82C76-BBC4-1545-8BB2-DFBEBFC15E65}" srcOrd="0" destOrd="0" presId="urn:microsoft.com/office/officeart/2008/layout/LinedList"/>
    <dgm:cxn modelId="{7533AE0A-3863-9440-9552-805E415613E7}" type="presParOf" srcId="{533E2CB0-D81E-6349-A637-94E73B09FC0D}" destId="{ECA0A45F-6E78-CA45-94FD-74533478AD95}" srcOrd="1" destOrd="0" presId="urn:microsoft.com/office/officeart/2008/layout/LinedList"/>
    <dgm:cxn modelId="{A8CD39A3-5E24-7746-A239-58177E10DD5E}" type="presParOf" srcId="{ED20E6B1-A8B6-5E4B-B922-4EF14F7048C3}" destId="{010C065D-D2CE-5E47-AF0E-9B0869CC2DAB}" srcOrd="10" destOrd="0" presId="urn:microsoft.com/office/officeart/2008/layout/LinedList"/>
    <dgm:cxn modelId="{755E6B77-4304-8D4E-A9F8-9FC786DFA6D1}" type="presParOf" srcId="{ED20E6B1-A8B6-5E4B-B922-4EF14F7048C3}" destId="{5FA3DC13-B9B8-BF48-BA60-D1EDAFB0A447}" srcOrd="11" destOrd="0" presId="urn:microsoft.com/office/officeart/2008/layout/LinedList"/>
    <dgm:cxn modelId="{E6448F25-B7D8-DD46-B1ED-40CE1DA308B6}" type="presParOf" srcId="{5FA3DC13-B9B8-BF48-BA60-D1EDAFB0A447}" destId="{74FE1C8D-84B7-AE43-8177-46011A39F484}" srcOrd="0" destOrd="0" presId="urn:microsoft.com/office/officeart/2008/layout/LinedList"/>
    <dgm:cxn modelId="{7E92C406-2DC1-8246-B58D-998F3044A65B}" type="presParOf" srcId="{5FA3DC13-B9B8-BF48-BA60-D1EDAFB0A447}" destId="{5BE035E2-709C-2442-815A-DA5EBD21F1DD}" srcOrd="1" destOrd="0" presId="urn:microsoft.com/office/officeart/2008/layout/LinedList"/>
    <dgm:cxn modelId="{96F0C6FC-FDF3-B948-90FC-664D25CD9633}" type="presParOf" srcId="{ED20E6B1-A8B6-5E4B-B922-4EF14F7048C3}" destId="{6060CE3F-233E-6E40-AFCA-D174BAFB4890}" srcOrd="12" destOrd="0" presId="urn:microsoft.com/office/officeart/2008/layout/LinedList"/>
    <dgm:cxn modelId="{18EB7820-E198-7743-95F1-D0503B1EF1CE}" type="presParOf" srcId="{ED20E6B1-A8B6-5E4B-B922-4EF14F7048C3}" destId="{DFC79AA2-F9BB-CC4D-B01B-0717955A816A}" srcOrd="13" destOrd="0" presId="urn:microsoft.com/office/officeart/2008/layout/LinedList"/>
    <dgm:cxn modelId="{3CC8EC17-2320-084E-B56F-BDA170F1AD6B}" type="presParOf" srcId="{DFC79AA2-F9BB-CC4D-B01B-0717955A816A}" destId="{028660E9-536F-804C-B47C-9357299B8E98}" srcOrd="0" destOrd="0" presId="urn:microsoft.com/office/officeart/2008/layout/LinedList"/>
    <dgm:cxn modelId="{EB93DE1E-6B3A-0947-B38D-ACC2723E3EDF}" type="presParOf" srcId="{DFC79AA2-F9BB-CC4D-B01B-0717955A816A}" destId="{56ED3578-FFB0-B54B-883A-960F7FB4645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2C73B8B-81AB-46F6-83C8-B6D7690DF33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1BCDD37E-E1BC-47AE-8CD4-6E9786B76EE9}">
      <dgm:prSet custT="1"/>
      <dgm:spPr/>
      <dgm:t>
        <a:bodyPr/>
        <a:lstStyle/>
        <a:p>
          <a:pPr>
            <a:lnSpc>
              <a:spcPct val="100000"/>
            </a:lnSpc>
          </a:pPr>
          <a:r>
            <a:rPr lang="en-US" sz="2000" dirty="0">
              <a:latin typeface="Arial" panose="020B0604020202020204" pitchFamily="34" charset="0"/>
              <a:cs typeface="Arial" panose="020B0604020202020204" pitchFamily="34" charset="0"/>
            </a:rPr>
            <a:t>Implement marketing strategy targeting solo taxi riders and include incentivizing card users as one of the tactics. </a:t>
          </a:r>
        </a:p>
      </dgm:t>
    </dgm:pt>
    <dgm:pt modelId="{F3D8779F-4BFE-469B-A969-7AE40091DE24}" type="parTrans" cxnId="{5E4406C0-7E8F-4870-BA6C-D2CAC5C9A920}">
      <dgm:prSet/>
      <dgm:spPr/>
      <dgm:t>
        <a:bodyPr/>
        <a:lstStyle/>
        <a:p>
          <a:endParaRPr lang="en-US"/>
        </a:p>
      </dgm:t>
    </dgm:pt>
    <dgm:pt modelId="{935306F1-9E2F-4672-A215-03FDD361D692}" type="sibTrans" cxnId="{5E4406C0-7E8F-4870-BA6C-D2CAC5C9A920}">
      <dgm:prSet phldrT="01" phldr="0"/>
      <dgm:spPr/>
      <dgm:t>
        <a:bodyPr/>
        <a:lstStyle/>
        <a:p>
          <a:endParaRPr lang="en-US" dirty="0"/>
        </a:p>
      </dgm:t>
    </dgm:pt>
    <dgm:pt modelId="{3AF58F6D-6315-4B46-AF8C-DD8D82386E83}">
      <dgm:prSet custT="1"/>
      <dgm:spPr/>
      <dgm:t>
        <a:bodyPr/>
        <a:lstStyle/>
        <a:p>
          <a:pPr>
            <a:lnSpc>
              <a:spcPct val="100000"/>
            </a:lnSpc>
          </a:pPr>
          <a:r>
            <a:rPr lang="en-US" sz="2000" dirty="0">
              <a:latin typeface="Arial" panose="020B0604020202020204" pitchFamily="34" charset="0"/>
              <a:cs typeface="Arial" panose="020B0604020202020204" pitchFamily="34" charset="0"/>
            </a:rPr>
            <a:t>Provide digital discount coupons for the card users taking longer distance trip. </a:t>
          </a:r>
        </a:p>
      </dgm:t>
    </dgm:pt>
    <dgm:pt modelId="{5F829980-6C64-4514-9FEF-9A6289FCEEB0}" type="parTrans" cxnId="{FCF82818-2F27-422C-A78C-55836FE71CA3}">
      <dgm:prSet/>
      <dgm:spPr/>
      <dgm:t>
        <a:bodyPr/>
        <a:lstStyle/>
        <a:p>
          <a:endParaRPr lang="en-US"/>
        </a:p>
      </dgm:t>
    </dgm:pt>
    <dgm:pt modelId="{91CD9689-9DF0-4363-8FF1-61E38683E312}" type="sibTrans" cxnId="{FCF82818-2F27-422C-A78C-55836FE71CA3}">
      <dgm:prSet phldrT="02" phldr="0"/>
      <dgm:spPr/>
      <dgm:t>
        <a:bodyPr/>
        <a:lstStyle/>
        <a:p>
          <a:endParaRPr lang="en-US"/>
        </a:p>
      </dgm:t>
    </dgm:pt>
    <dgm:pt modelId="{29976A7A-4B5A-4338-8CF6-4440C921B9D9}">
      <dgm:prSet custT="1"/>
      <dgm:spPr/>
      <dgm:t>
        <a:bodyPr/>
        <a:lstStyle/>
        <a:p>
          <a:pPr>
            <a:lnSpc>
              <a:spcPct val="100000"/>
            </a:lnSpc>
          </a:pPr>
          <a:r>
            <a:rPr lang="en-US" sz="2000" dirty="0">
              <a:latin typeface="Arial" panose="020B0604020202020204" pitchFamily="34" charset="0"/>
              <a:cs typeface="Arial" panose="020B0604020202020204" pitchFamily="34" charset="0"/>
            </a:rPr>
            <a:t>Provide safe and secure payment method for the card users. </a:t>
          </a:r>
        </a:p>
      </dgm:t>
    </dgm:pt>
    <dgm:pt modelId="{A7004BEA-D7F7-4AE3-A604-CF411964D278}" type="parTrans" cxnId="{0771E619-639A-4077-89DE-6A97973574B6}">
      <dgm:prSet/>
      <dgm:spPr/>
      <dgm:t>
        <a:bodyPr/>
        <a:lstStyle/>
        <a:p>
          <a:endParaRPr lang="en-US"/>
        </a:p>
      </dgm:t>
    </dgm:pt>
    <dgm:pt modelId="{0AF8B10B-EBA6-4463-B852-7E10356B55B0}" type="sibTrans" cxnId="{0771E619-639A-4077-89DE-6A97973574B6}">
      <dgm:prSet phldrT="03" phldr="0"/>
      <dgm:spPr/>
      <dgm:t>
        <a:bodyPr/>
        <a:lstStyle/>
        <a:p>
          <a:endParaRPr lang="en-US"/>
        </a:p>
      </dgm:t>
    </dgm:pt>
    <dgm:pt modelId="{8CC2E861-1C94-4477-92AA-7F7CCBA685A0}" type="pres">
      <dgm:prSet presAssocID="{72C73B8B-81AB-46F6-83C8-B6D7690DF33F}" presName="root" presStyleCnt="0">
        <dgm:presLayoutVars>
          <dgm:dir/>
          <dgm:resizeHandles val="exact"/>
        </dgm:presLayoutVars>
      </dgm:prSet>
      <dgm:spPr/>
    </dgm:pt>
    <dgm:pt modelId="{FFA28D72-C715-44C3-AEFE-737C37AB0762}" type="pres">
      <dgm:prSet presAssocID="{1BCDD37E-E1BC-47AE-8CD4-6E9786B76EE9}" presName="compNode" presStyleCnt="0"/>
      <dgm:spPr/>
    </dgm:pt>
    <dgm:pt modelId="{BAA2BF5F-3966-4923-AFDB-419BAF1DF192}" type="pres">
      <dgm:prSet presAssocID="{1BCDD37E-E1BC-47AE-8CD4-6E9786B76EE9}" presName="bgRect" presStyleLbl="bgShp" presStyleIdx="0" presStyleCnt="3"/>
      <dgm:spPr/>
    </dgm:pt>
    <dgm:pt modelId="{797010A5-0173-4831-81E3-97973B4381DD}" type="pres">
      <dgm:prSet presAssocID="{1BCDD37E-E1BC-47AE-8CD4-6E9786B76EE9}"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axi"/>
        </a:ext>
      </dgm:extLst>
    </dgm:pt>
    <dgm:pt modelId="{CEDBF77B-E62A-4CB0-95A0-CC1CE0BCE5C4}" type="pres">
      <dgm:prSet presAssocID="{1BCDD37E-E1BC-47AE-8CD4-6E9786B76EE9}" presName="spaceRect" presStyleCnt="0"/>
      <dgm:spPr/>
    </dgm:pt>
    <dgm:pt modelId="{1C2E9B68-1A59-448C-9B7E-A928A093A680}" type="pres">
      <dgm:prSet presAssocID="{1BCDD37E-E1BC-47AE-8CD4-6E9786B76EE9}" presName="parTx" presStyleLbl="revTx" presStyleIdx="0" presStyleCnt="3">
        <dgm:presLayoutVars>
          <dgm:chMax val="0"/>
          <dgm:chPref val="0"/>
        </dgm:presLayoutVars>
      </dgm:prSet>
      <dgm:spPr/>
    </dgm:pt>
    <dgm:pt modelId="{7A103A57-6F10-41F8-BB68-C62FAFAE0C26}" type="pres">
      <dgm:prSet presAssocID="{935306F1-9E2F-4672-A215-03FDD361D692}" presName="sibTrans" presStyleCnt="0"/>
      <dgm:spPr/>
    </dgm:pt>
    <dgm:pt modelId="{8DCACA10-8617-4408-A693-D6C2342E4F5C}" type="pres">
      <dgm:prSet presAssocID="{3AF58F6D-6315-4B46-AF8C-DD8D82386E83}" presName="compNode" presStyleCnt="0"/>
      <dgm:spPr/>
    </dgm:pt>
    <dgm:pt modelId="{E6344981-19F9-457B-B6F3-76091BC50799}" type="pres">
      <dgm:prSet presAssocID="{3AF58F6D-6315-4B46-AF8C-DD8D82386E83}" presName="bgRect" presStyleLbl="bgShp" presStyleIdx="1" presStyleCnt="3"/>
      <dgm:spPr/>
    </dgm:pt>
    <dgm:pt modelId="{84F809A1-88D6-43B5-ADDC-06F9FBA10AE8}" type="pres">
      <dgm:prSet presAssocID="{3AF58F6D-6315-4B46-AF8C-DD8D82386E8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redit card"/>
        </a:ext>
      </dgm:extLst>
    </dgm:pt>
    <dgm:pt modelId="{CF21E6D8-EC38-4DA0-B14B-7647AD2BC1E4}" type="pres">
      <dgm:prSet presAssocID="{3AF58F6D-6315-4B46-AF8C-DD8D82386E83}" presName="spaceRect" presStyleCnt="0"/>
      <dgm:spPr/>
    </dgm:pt>
    <dgm:pt modelId="{1C3C2030-5D17-4AE5-A533-12629D117D73}" type="pres">
      <dgm:prSet presAssocID="{3AF58F6D-6315-4B46-AF8C-DD8D82386E83}" presName="parTx" presStyleLbl="revTx" presStyleIdx="1" presStyleCnt="3">
        <dgm:presLayoutVars>
          <dgm:chMax val="0"/>
          <dgm:chPref val="0"/>
        </dgm:presLayoutVars>
      </dgm:prSet>
      <dgm:spPr/>
    </dgm:pt>
    <dgm:pt modelId="{4C2320A9-50C6-4198-9E83-9FB8DCA9002D}" type="pres">
      <dgm:prSet presAssocID="{91CD9689-9DF0-4363-8FF1-61E38683E312}" presName="sibTrans" presStyleCnt="0"/>
      <dgm:spPr/>
    </dgm:pt>
    <dgm:pt modelId="{5284B5AD-4EFF-4CCA-9EE3-B457E647A063}" type="pres">
      <dgm:prSet presAssocID="{29976A7A-4B5A-4338-8CF6-4440C921B9D9}" presName="compNode" presStyleCnt="0"/>
      <dgm:spPr/>
    </dgm:pt>
    <dgm:pt modelId="{A3823E83-FB4A-47FF-BA79-6D0ADC3577BF}" type="pres">
      <dgm:prSet presAssocID="{29976A7A-4B5A-4338-8CF6-4440C921B9D9}" presName="bgRect" presStyleLbl="bgShp" presStyleIdx="2" presStyleCnt="3"/>
      <dgm:spPr/>
    </dgm:pt>
    <dgm:pt modelId="{31DBF008-6197-428E-8378-8C7D02721970}" type="pres">
      <dgm:prSet presAssocID="{29976A7A-4B5A-4338-8CF6-4440C921B9D9}"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nk Check"/>
        </a:ext>
      </dgm:extLst>
    </dgm:pt>
    <dgm:pt modelId="{AA8978BC-3AAB-45F4-B80F-EDF0E4752E45}" type="pres">
      <dgm:prSet presAssocID="{29976A7A-4B5A-4338-8CF6-4440C921B9D9}" presName="spaceRect" presStyleCnt="0"/>
      <dgm:spPr/>
    </dgm:pt>
    <dgm:pt modelId="{19461377-C7AD-42A8-8D34-A99B0051FBC2}" type="pres">
      <dgm:prSet presAssocID="{29976A7A-4B5A-4338-8CF6-4440C921B9D9}" presName="parTx" presStyleLbl="revTx" presStyleIdx="2" presStyleCnt="3">
        <dgm:presLayoutVars>
          <dgm:chMax val="0"/>
          <dgm:chPref val="0"/>
        </dgm:presLayoutVars>
      </dgm:prSet>
      <dgm:spPr/>
    </dgm:pt>
  </dgm:ptLst>
  <dgm:cxnLst>
    <dgm:cxn modelId="{FCF82818-2F27-422C-A78C-55836FE71CA3}" srcId="{72C73B8B-81AB-46F6-83C8-B6D7690DF33F}" destId="{3AF58F6D-6315-4B46-AF8C-DD8D82386E83}" srcOrd="1" destOrd="0" parTransId="{5F829980-6C64-4514-9FEF-9A6289FCEEB0}" sibTransId="{91CD9689-9DF0-4363-8FF1-61E38683E312}"/>
    <dgm:cxn modelId="{0771E619-639A-4077-89DE-6A97973574B6}" srcId="{72C73B8B-81AB-46F6-83C8-B6D7690DF33F}" destId="{29976A7A-4B5A-4338-8CF6-4440C921B9D9}" srcOrd="2" destOrd="0" parTransId="{A7004BEA-D7F7-4AE3-A604-CF411964D278}" sibTransId="{0AF8B10B-EBA6-4463-B852-7E10356B55B0}"/>
    <dgm:cxn modelId="{41738588-6D46-D44F-8C66-EDC48C453F8F}" type="presOf" srcId="{72C73B8B-81AB-46F6-83C8-B6D7690DF33F}" destId="{8CC2E861-1C94-4477-92AA-7F7CCBA685A0}" srcOrd="0" destOrd="0" presId="urn:microsoft.com/office/officeart/2018/2/layout/IconVerticalSolidList"/>
    <dgm:cxn modelId="{5E4406C0-7E8F-4870-BA6C-D2CAC5C9A920}" srcId="{72C73B8B-81AB-46F6-83C8-B6D7690DF33F}" destId="{1BCDD37E-E1BC-47AE-8CD4-6E9786B76EE9}" srcOrd="0" destOrd="0" parTransId="{F3D8779F-4BFE-469B-A969-7AE40091DE24}" sibTransId="{935306F1-9E2F-4672-A215-03FDD361D692}"/>
    <dgm:cxn modelId="{6687EFE3-761A-6E47-94E1-DCC18140C974}" type="presOf" srcId="{1BCDD37E-E1BC-47AE-8CD4-6E9786B76EE9}" destId="{1C2E9B68-1A59-448C-9B7E-A928A093A680}" srcOrd="0" destOrd="0" presId="urn:microsoft.com/office/officeart/2018/2/layout/IconVerticalSolidList"/>
    <dgm:cxn modelId="{C67674F4-F381-A242-BE21-CCAB909C8E9E}" type="presOf" srcId="{3AF58F6D-6315-4B46-AF8C-DD8D82386E83}" destId="{1C3C2030-5D17-4AE5-A533-12629D117D73}" srcOrd="0" destOrd="0" presId="urn:microsoft.com/office/officeart/2018/2/layout/IconVerticalSolidList"/>
    <dgm:cxn modelId="{67B9A6F7-96D8-1947-ABA2-8AFC2C779F19}" type="presOf" srcId="{29976A7A-4B5A-4338-8CF6-4440C921B9D9}" destId="{19461377-C7AD-42A8-8D34-A99B0051FBC2}" srcOrd="0" destOrd="0" presId="urn:microsoft.com/office/officeart/2018/2/layout/IconVerticalSolidList"/>
    <dgm:cxn modelId="{98703808-144D-BC48-ADE7-33E3B8490BBC}" type="presParOf" srcId="{8CC2E861-1C94-4477-92AA-7F7CCBA685A0}" destId="{FFA28D72-C715-44C3-AEFE-737C37AB0762}" srcOrd="0" destOrd="0" presId="urn:microsoft.com/office/officeart/2018/2/layout/IconVerticalSolidList"/>
    <dgm:cxn modelId="{8542BD94-AFC0-5841-BE59-05CCFB4C1B62}" type="presParOf" srcId="{FFA28D72-C715-44C3-AEFE-737C37AB0762}" destId="{BAA2BF5F-3966-4923-AFDB-419BAF1DF192}" srcOrd="0" destOrd="0" presId="urn:microsoft.com/office/officeart/2018/2/layout/IconVerticalSolidList"/>
    <dgm:cxn modelId="{61E44422-295F-1444-AB33-876FCAABF28E}" type="presParOf" srcId="{FFA28D72-C715-44C3-AEFE-737C37AB0762}" destId="{797010A5-0173-4831-81E3-97973B4381DD}" srcOrd="1" destOrd="0" presId="urn:microsoft.com/office/officeart/2018/2/layout/IconVerticalSolidList"/>
    <dgm:cxn modelId="{73873F1B-6F13-5141-9665-4B9A0508D7B1}" type="presParOf" srcId="{FFA28D72-C715-44C3-AEFE-737C37AB0762}" destId="{CEDBF77B-E62A-4CB0-95A0-CC1CE0BCE5C4}" srcOrd="2" destOrd="0" presId="urn:microsoft.com/office/officeart/2018/2/layout/IconVerticalSolidList"/>
    <dgm:cxn modelId="{1FA08CF9-ED37-4449-B8A1-135B32C09885}" type="presParOf" srcId="{FFA28D72-C715-44C3-AEFE-737C37AB0762}" destId="{1C2E9B68-1A59-448C-9B7E-A928A093A680}" srcOrd="3" destOrd="0" presId="urn:microsoft.com/office/officeart/2018/2/layout/IconVerticalSolidList"/>
    <dgm:cxn modelId="{E83A8187-5FB1-DB4C-B82F-3CBEFF79C0A1}" type="presParOf" srcId="{8CC2E861-1C94-4477-92AA-7F7CCBA685A0}" destId="{7A103A57-6F10-41F8-BB68-C62FAFAE0C26}" srcOrd="1" destOrd="0" presId="urn:microsoft.com/office/officeart/2018/2/layout/IconVerticalSolidList"/>
    <dgm:cxn modelId="{EB7B5D21-EF07-F947-931F-734FCAE21385}" type="presParOf" srcId="{8CC2E861-1C94-4477-92AA-7F7CCBA685A0}" destId="{8DCACA10-8617-4408-A693-D6C2342E4F5C}" srcOrd="2" destOrd="0" presId="urn:microsoft.com/office/officeart/2018/2/layout/IconVerticalSolidList"/>
    <dgm:cxn modelId="{0BBB25D6-E519-F844-A4F6-08C0530E8FF2}" type="presParOf" srcId="{8DCACA10-8617-4408-A693-D6C2342E4F5C}" destId="{E6344981-19F9-457B-B6F3-76091BC50799}" srcOrd="0" destOrd="0" presId="urn:microsoft.com/office/officeart/2018/2/layout/IconVerticalSolidList"/>
    <dgm:cxn modelId="{16B8A7CB-0BCE-9F4A-8FB1-A0EA45B2434C}" type="presParOf" srcId="{8DCACA10-8617-4408-A693-D6C2342E4F5C}" destId="{84F809A1-88D6-43B5-ADDC-06F9FBA10AE8}" srcOrd="1" destOrd="0" presId="urn:microsoft.com/office/officeart/2018/2/layout/IconVerticalSolidList"/>
    <dgm:cxn modelId="{FB8BA1A8-A030-9D4D-B250-8FF097DD64D4}" type="presParOf" srcId="{8DCACA10-8617-4408-A693-D6C2342E4F5C}" destId="{CF21E6D8-EC38-4DA0-B14B-7647AD2BC1E4}" srcOrd="2" destOrd="0" presId="urn:microsoft.com/office/officeart/2018/2/layout/IconVerticalSolidList"/>
    <dgm:cxn modelId="{9F140C95-C8D3-DA4C-9F21-D52366530C79}" type="presParOf" srcId="{8DCACA10-8617-4408-A693-D6C2342E4F5C}" destId="{1C3C2030-5D17-4AE5-A533-12629D117D73}" srcOrd="3" destOrd="0" presId="urn:microsoft.com/office/officeart/2018/2/layout/IconVerticalSolidList"/>
    <dgm:cxn modelId="{E236A822-B02F-EE4F-8DC8-A64D7AA5D2BC}" type="presParOf" srcId="{8CC2E861-1C94-4477-92AA-7F7CCBA685A0}" destId="{4C2320A9-50C6-4198-9E83-9FB8DCA9002D}" srcOrd="3" destOrd="0" presId="urn:microsoft.com/office/officeart/2018/2/layout/IconVerticalSolidList"/>
    <dgm:cxn modelId="{3198BEEC-25F8-3345-9C77-EFFEA4EB4B65}" type="presParOf" srcId="{8CC2E861-1C94-4477-92AA-7F7CCBA685A0}" destId="{5284B5AD-4EFF-4CCA-9EE3-B457E647A063}" srcOrd="4" destOrd="0" presId="urn:microsoft.com/office/officeart/2018/2/layout/IconVerticalSolidList"/>
    <dgm:cxn modelId="{97F9989B-1A6A-0843-834F-C89C98456C71}" type="presParOf" srcId="{5284B5AD-4EFF-4CCA-9EE3-B457E647A063}" destId="{A3823E83-FB4A-47FF-BA79-6D0ADC3577BF}" srcOrd="0" destOrd="0" presId="urn:microsoft.com/office/officeart/2018/2/layout/IconVerticalSolidList"/>
    <dgm:cxn modelId="{05CEA653-9724-D343-A00F-4AF26E889429}" type="presParOf" srcId="{5284B5AD-4EFF-4CCA-9EE3-B457E647A063}" destId="{31DBF008-6197-428E-8378-8C7D02721970}" srcOrd="1" destOrd="0" presId="urn:microsoft.com/office/officeart/2018/2/layout/IconVerticalSolidList"/>
    <dgm:cxn modelId="{6A50C678-40CD-1E4D-AC8B-C948158D7382}" type="presParOf" srcId="{5284B5AD-4EFF-4CCA-9EE3-B457E647A063}" destId="{AA8978BC-3AAB-45F4-B80F-EDF0E4752E45}" srcOrd="2" destOrd="0" presId="urn:microsoft.com/office/officeart/2018/2/layout/IconVerticalSolidList"/>
    <dgm:cxn modelId="{B1DDD218-6C5A-C940-9EC0-F6F1D9A2E5C5}" type="presParOf" srcId="{5284B5AD-4EFF-4CCA-9EE3-B457E647A063}" destId="{19461377-C7AD-42A8-8D34-A99B0051FBC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D224AC-14A8-6141-85A4-FA62AB8EDC1D}">
      <dsp:nvSpPr>
        <dsp:cNvPr id="0" name=""/>
        <dsp:cNvSpPr/>
      </dsp:nvSpPr>
      <dsp:spPr>
        <a:xfrm>
          <a:off x="0" y="708"/>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AB92615-6B5A-3E45-9414-346B947B9411}">
      <dsp:nvSpPr>
        <dsp:cNvPr id="0" name=""/>
        <dsp:cNvSpPr/>
      </dsp:nvSpPr>
      <dsp:spPr>
        <a:xfrm>
          <a:off x="0" y="708"/>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Problem Statement</a:t>
          </a:r>
        </a:p>
      </dsp:txBody>
      <dsp:txXfrm>
        <a:off x="0" y="708"/>
        <a:ext cx="7315200" cy="829288"/>
      </dsp:txXfrm>
    </dsp:sp>
    <dsp:sp modelId="{A1DA02CA-6AA6-1641-90A3-99713E67181D}">
      <dsp:nvSpPr>
        <dsp:cNvPr id="0" name=""/>
        <dsp:cNvSpPr/>
      </dsp:nvSpPr>
      <dsp:spPr>
        <a:xfrm>
          <a:off x="0" y="829997"/>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AEFEC45-BC36-9644-905B-3DDE6A7AC911}">
      <dsp:nvSpPr>
        <dsp:cNvPr id="0" name=""/>
        <dsp:cNvSpPr/>
      </dsp:nvSpPr>
      <dsp:spPr>
        <a:xfrm>
          <a:off x="0" y="829997"/>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Research Question </a:t>
          </a:r>
        </a:p>
      </dsp:txBody>
      <dsp:txXfrm>
        <a:off x="0" y="829997"/>
        <a:ext cx="7315200" cy="829288"/>
      </dsp:txXfrm>
    </dsp:sp>
    <dsp:sp modelId="{772C2CF6-0FED-1845-A9D0-33A308F8360D}">
      <dsp:nvSpPr>
        <dsp:cNvPr id="0" name=""/>
        <dsp:cNvSpPr/>
      </dsp:nvSpPr>
      <dsp:spPr>
        <a:xfrm>
          <a:off x="0" y="1659286"/>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DCD26EE-847E-0640-9D9C-A39C4238B484}">
      <dsp:nvSpPr>
        <dsp:cNvPr id="0" name=""/>
        <dsp:cNvSpPr/>
      </dsp:nvSpPr>
      <dsp:spPr>
        <a:xfrm>
          <a:off x="0" y="1659286"/>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Data Overview</a:t>
          </a:r>
        </a:p>
      </dsp:txBody>
      <dsp:txXfrm>
        <a:off x="0" y="1659286"/>
        <a:ext cx="7315200" cy="829288"/>
      </dsp:txXfrm>
    </dsp:sp>
    <dsp:sp modelId="{C378C931-B06E-3240-AE20-195553DFABF0}">
      <dsp:nvSpPr>
        <dsp:cNvPr id="0" name=""/>
        <dsp:cNvSpPr/>
      </dsp:nvSpPr>
      <dsp:spPr>
        <a:xfrm>
          <a:off x="0" y="2488575"/>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9BE1713-44F9-D146-A79F-5058BC9E59F8}">
      <dsp:nvSpPr>
        <dsp:cNvPr id="0" name=""/>
        <dsp:cNvSpPr/>
      </dsp:nvSpPr>
      <dsp:spPr>
        <a:xfrm>
          <a:off x="0" y="2488575"/>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Methodology </a:t>
          </a:r>
        </a:p>
      </dsp:txBody>
      <dsp:txXfrm>
        <a:off x="0" y="2488575"/>
        <a:ext cx="7315200" cy="829288"/>
      </dsp:txXfrm>
    </dsp:sp>
    <dsp:sp modelId="{A3FB94E8-940E-A74D-A102-6A1172571521}">
      <dsp:nvSpPr>
        <dsp:cNvPr id="0" name=""/>
        <dsp:cNvSpPr/>
      </dsp:nvSpPr>
      <dsp:spPr>
        <a:xfrm>
          <a:off x="0" y="3317864"/>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DD82C76-BBC4-1545-8BB2-DFBEBFC15E65}">
      <dsp:nvSpPr>
        <dsp:cNvPr id="0" name=""/>
        <dsp:cNvSpPr/>
      </dsp:nvSpPr>
      <dsp:spPr>
        <a:xfrm>
          <a:off x="0" y="3317864"/>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Analysis and Findings </a:t>
          </a:r>
        </a:p>
      </dsp:txBody>
      <dsp:txXfrm>
        <a:off x="0" y="3317864"/>
        <a:ext cx="7315200" cy="829288"/>
      </dsp:txXfrm>
    </dsp:sp>
    <dsp:sp modelId="{010C065D-D2CE-5E47-AF0E-9B0869CC2DAB}">
      <dsp:nvSpPr>
        <dsp:cNvPr id="0" name=""/>
        <dsp:cNvSpPr/>
      </dsp:nvSpPr>
      <dsp:spPr>
        <a:xfrm>
          <a:off x="0" y="4147153"/>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4FE1C8D-84B7-AE43-8177-46011A39F484}">
      <dsp:nvSpPr>
        <dsp:cNvPr id="0" name=""/>
        <dsp:cNvSpPr/>
      </dsp:nvSpPr>
      <dsp:spPr>
        <a:xfrm>
          <a:off x="0" y="4147153"/>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Hypothesis Testing </a:t>
          </a:r>
        </a:p>
      </dsp:txBody>
      <dsp:txXfrm>
        <a:off x="0" y="4147153"/>
        <a:ext cx="7315200" cy="829288"/>
      </dsp:txXfrm>
    </dsp:sp>
    <dsp:sp modelId="{6060CE3F-233E-6E40-AFCA-D174BAFB4890}">
      <dsp:nvSpPr>
        <dsp:cNvPr id="0" name=""/>
        <dsp:cNvSpPr/>
      </dsp:nvSpPr>
      <dsp:spPr>
        <a:xfrm>
          <a:off x="0" y="4976442"/>
          <a:ext cx="7315200"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8660E9-536F-804C-B47C-9357299B8E98}">
      <dsp:nvSpPr>
        <dsp:cNvPr id="0" name=""/>
        <dsp:cNvSpPr/>
      </dsp:nvSpPr>
      <dsp:spPr>
        <a:xfrm>
          <a:off x="0" y="4976442"/>
          <a:ext cx="7315200" cy="82928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6200" tIns="76200" rIns="76200" bIns="76200" numCol="1" spcCol="1270" anchor="t" anchorCtr="0">
          <a:noAutofit/>
        </a:bodyPr>
        <a:lstStyle/>
        <a:p>
          <a:pPr marL="0" lvl="0" indent="0" algn="l" defTabSz="889000">
            <a:lnSpc>
              <a:spcPct val="90000"/>
            </a:lnSpc>
            <a:spcBef>
              <a:spcPct val="0"/>
            </a:spcBef>
            <a:spcAft>
              <a:spcPct val="35000"/>
            </a:spcAft>
            <a:buNone/>
          </a:pPr>
          <a:r>
            <a:rPr lang="en-US" sz="2000" kern="1200" dirty="0">
              <a:latin typeface="Arial" panose="020B0604020202020204" pitchFamily="34" charset="0"/>
              <a:cs typeface="Arial" panose="020B0604020202020204" pitchFamily="34" charset="0"/>
            </a:rPr>
            <a:t>Recommendations </a:t>
          </a:r>
        </a:p>
      </dsp:txBody>
      <dsp:txXfrm>
        <a:off x="0" y="4976442"/>
        <a:ext cx="7315200" cy="82928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AA2BF5F-3966-4923-AFDB-419BAF1DF192}">
      <dsp:nvSpPr>
        <dsp:cNvPr id="0" name=""/>
        <dsp:cNvSpPr/>
      </dsp:nvSpPr>
      <dsp:spPr>
        <a:xfrm>
          <a:off x="0" y="708"/>
          <a:ext cx="6262777" cy="165857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97010A5-0173-4831-81E3-97973B4381DD}">
      <dsp:nvSpPr>
        <dsp:cNvPr id="0" name=""/>
        <dsp:cNvSpPr/>
      </dsp:nvSpPr>
      <dsp:spPr>
        <a:xfrm>
          <a:off x="501719" y="373888"/>
          <a:ext cx="912217" cy="91221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2E9B68-1A59-448C-9B7E-A928A093A680}">
      <dsp:nvSpPr>
        <dsp:cNvPr id="0" name=""/>
        <dsp:cNvSpPr/>
      </dsp:nvSpPr>
      <dsp:spPr>
        <a:xfrm>
          <a:off x="1915657" y="708"/>
          <a:ext cx="4347119" cy="1658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533" tIns="175533" rIns="175533" bIns="175533" numCol="1" spcCol="1270" anchor="ctr" anchorCtr="0">
          <a:noAutofit/>
        </a:bodyPr>
        <a:lstStyle/>
        <a:p>
          <a:pPr marL="0" lvl="0" indent="0" algn="l" defTabSz="889000">
            <a:lnSpc>
              <a:spcPct val="100000"/>
            </a:lnSpc>
            <a:spcBef>
              <a:spcPct val="0"/>
            </a:spcBef>
            <a:spcAft>
              <a:spcPct val="35000"/>
            </a:spcAft>
            <a:buNone/>
          </a:pPr>
          <a:r>
            <a:rPr lang="en-US" sz="2000" kern="1200" dirty="0">
              <a:latin typeface="Arial" panose="020B0604020202020204" pitchFamily="34" charset="0"/>
              <a:cs typeface="Arial" panose="020B0604020202020204" pitchFamily="34" charset="0"/>
            </a:rPr>
            <a:t>Implement marketing strategy targeting solo taxi riders and include incentivizing card users as one of the tactics. </a:t>
          </a:r>
        </a:p>
      </dsp:txBody>
      <dsp:txXfrm>
        <a:off x="1915657" y="708"/>
        <a:ext cx="4347119" cy="1658577"/>
      </dsp:txXfrm>
    </dsp:sp>
    <dsp:sp modelId="{E6344981-19F9-457B-B6F3-76091BC50799}">
      <dsp:nvSpPr>
        <dsp:cNvPr id="0" name=""/>
        <dsp:cNvSpPr/>
      </dsp:nvSpPr>
      <dsp:spPr>
        <a:xfrm>
          <a:off x="0" y="2073931"/>
          <a:ext cx="6262777" cy="165857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4F809A1-88D6-43B5-ADDC-06F9FBA10AE8}">
      <dsp:nvSpPr>
        <dsp:cNvPr id="0" name=""/>
        <dsp:cNvSpPr/>
      </dsp:nvSpPr>
      <dsp:spPr>
        <a:xfrm>
          <a:off x="501719" y="2447111"/>
          <a:ext cx="912217" cy="91221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C3C2030-5D17-4AE5-A533-12629D117D73}">
      <dsp:nvSpPr>
        <dsp:cNvPr id="0" name=""/>
        <dsp:cNvSpPr/>
      </dsp:nvSpPr>
      <dsp:spPr>
        <a:xfrm>
          <a:off x="1915657" y="2073931"/>
          <a:ext cx="4347119" cy="1658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533" tIns="175533" rIns="175533" bIns="175533" numCol="1" spcCol="1270" anchor="ctr" anchorCtr="0">
          <a:noAutofit/>
        </a:bodyPr>
        <a:lstStyle/>
        <a:p>
          <a:pPr marL="0" lvl="0" indent="0" algn="l" defTabSz="889000">
            <a:lnSpc>
              <a:spcPct val="100000"/>
            </a:lnSpc>
            <a:spcBef>
              <a:spcPct val="0"/>
            </a:spcBef>
            <a:spcAft>
              <a:spcPct val="35000"/>
            </a:spcAft>
            <a:buNone/>
          </a:pPr>
          <a:r>
            <a:rPr lang="en-US" sz="2000" kern="1200" dirty="0">
              <a:latin typeface="Arial" panose="020B0604020202020204" pitchFamily="34" charset="0"/>
              <a:cs typeface="Arial" panose="020B0604020202020204" pitchFamily="34" charset="0"/>
            </a:rPr>
            <a:t>Provide digital discount coupons for the card users taking longer distance trip. </a:t>
          </a:r>
        </a:p>
      </dsp:txBody>
      <dsp:txXfrm>
        <a:off x="1915657" y="2073931"/>
        <a:ext cx="4347119" cy="1658577"/>
      </dsp:txXfrm>
    </dsp:sp>
    <dsp:sp modelId="{A3823E83-FB4A-47FF-BA79-6D0ADC3577BF}">
      <dsp:nvSpPr>
        <dsp:cNvPr id="0" name=""/>
        <dsp:cNvSpPr/>
      </dsp:nvSpPr>
      <dsp:spPr>
        <a:xfrm>
          <a:off x="0" y="4147153"/>
          <a:ext cx="6262777" cy="165857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DBF008-6197-428E-8378-8C7D02721970}">
      <dsp:nvSpPr>
        <dsp:cNvPr id="0" name=""/>
        <dsp:cNvSpPr/>
      </dsp:nvSpPr>
      <dsp:spPr>
        <a:xfrm>
          <a:off x="501719" y="4520333"/>
          <a:ext cx="912217" cy="91221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61377-C7AD-42A8-8D34-A99B0051FBC2}">
      <dsp:nvSpPr>
        <dsp:cNvPr id="0" name=""/>
        <dsp:cNvSpPr/>
      </dsp:nvSpPr>
      <dsp:spPr>
        <a:xfrm>
          <a:off x="1915657" y="4147153"/>
          <a:ext cx="4347119" cy="165857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5533" tIns="175533" rIns="175533" bIns="175533" numCol="1" spcCol="1270" anchor="ctr" anchorCtr="0">
          <a:noAutofit/>
        </a:bodyPr>
        <a:lstStyle/>
        <a:p>
          <a:pPr marL="0" lvl="0" indent="0" algn="l" defTabSz="889000">
            <a:lnSpc>
              <a:spcPct val="100000"/>
            </a:lnSpc>
            <a:spcBef>
              <a:spcPct val="0"/>
            </a:spcBef>
            <a:spcAft>
              <a:spcPct val="35000"/>
            </a:spcAft>
            <a:buNone/>
          </a:pPr>
          <a:r>
            <a:rPr lang="en-US" sz="2000" kern="1200" dirty="0">
              <a:latin typeface="Arial" panose="020B0604020202020204" pitchFamily="34" charset="0"/>
              <a:cs typeface="Arial" panose="020B0604020202020204" pitchFamily="34" charset="0"/>
            </a:rPr>
            <a:t>Provide safe and secure payment method for the card users. </a:t>
          </a:r>
        </a:p>
      </dsp:txBody>
      <dsp:txXfrm>
        <a:off x="1915657" y="4147153"/>
        <a:ext cx="4347119" cy="1658577"/>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65760" y="5218032"/>
            <a:ext cx="11460480" cy="786384"/>
          </a:xfrm>
        </p:spPr>
        <p:txBody>
          <a:bodyPr vert="horz" lIns="91440" tIns="45720" rIns="91440" bIns="45720" rtlCol="0" anchor="b">
            <a:normAutofit/>
          </a:bodyPr>
          <a:lstStyle>
            <a:lvl1pPr>
              <a:defRPr lang="en-US" sz="4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65760" y="5972629"/>
            <a:ext cx="11460480" cy="480373"/>
          </a:xfrm>
        </p:spPr>
        <p:txBody>
          <a:bodyPr vert="horz" lIns="91440" tIns="45720" rIns="91440" bIns="45720" rtlCol="0">
            <a:normAutofit/>
          </a:bodyPr>
          <a:lstStyle>
            <a:lvl1pPr marL="0" indent="0">
              <a:buNone/>
              <a:defRPr lang="en-US" dirty="0"/>
            </a:lvl1pPr>
          </a:lstStyle>
          <a:p>
            <a:pPr lvl="0"/>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12191999" cy="4986425"/>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p:txBody>
          <a:bodyPr/>
          <a:lstStyle/>
          <a:p>
            <a:fld id="{567B50E4-2343-4B20-80BE-1605C97DFB16}" type="datetime1">
              <a:rPr lang="en-US" smtClean="0"/>
              <a:t>11/9/25</a:t>
            </a:fld>
            <a:endParaRPr lang="en-US"/>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87563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Content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C02DE44A-7CD8-4860-9BDC-2BE4C911F6D0}"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513751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168896" y="1129554"/>
            <a:ext cx="4361688" cy="3475236"/>
          </a:xfrm>
        </p:spPr>
        <p:txBody>
          <a:bodyPr vert="horz" lIns="91440" tIns="45720" rIns="91440" bIns="45720" rtlCol="0" anchor="b">
            <a:normAutofit/>
          </a:bodyPr>
          <a:lstStyle>
            <a:lvl1pPr>
              <a:defRPr lang="en-US" sz="54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168897" y="4731335"/>
            <a:ext cx="4206240" cy="1184585"/>
          </a:xfrm>
        </p:spPr>
        <p:txBody>
          <a:bodyPr vert="horz" lIns="91440" tIns="45720" rIns="91440" bIns="45720" rtlCol="0">
            <a:normAutofit/>
          </a:bodyPr>
          <a:lstStyle>
            <a:lvl1pPr marL="0" indent="0">
              <a:buNone/>
              <a:defRPr lang="en-US" sz="2000" dirty="0"/>
            </a:lvl1pPr>
          </a:lstStyle>
          <a:p>
            <a:pPr lvl="0"/>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0"/>
            <a:ext cx="6584950"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7168895" y="6453002"/>
            <a:ext cx="1707625" cy="365125"/>
          </a:xfrm>
        </p:spPr>
        <p:txBody>
          <a:bodyPr/>
          <a:lstStyle>
            <a:lvl1pPr>
              <a:defRPr>
                <a:solidFill>
                  <a:schemeClr val="tx1"/>
                </a:solidFill>
                <a:effectLst/>
              </a:defRPr>
            </a:lvl1pPr>
          </a:lstStyle>
          <a:p>
            <a:fld id="{E38EAEAF-D16E-446F-97F9-D23FB245CB45}" type="datetime1">
              <a:rPr lang="en-US" smtClean="0"/>
              <a:t>11/9/25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5262708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365760" y="411480"/>
            <a:ext cx="4654296" cy="3739896"/>
          </a:xfrm>
        </p:spPr>
        <p:txBody>
          <a:bodyPr vert="horz" lIns="91440" tIns="45720" rIns="91440" bIns="45720" rtlCol="0" anchor="t">
            <a:normAutofit/>
          </a:bodyPr>
          <a:lstStyle>
            <a:lvl1pPr>
              <a:defRPr lang="en-US" sz="52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65760" y="4873752"/>
            <a:ext cx="4206240" cy="1380744"/>
          </a:xfrm>
        </p:spPr>
        <p:txBody>
          <a:bodyPr vert="horz" lIns="91440" tIns="45720" rIns="91440" bIns="45720" rtlCol="0" anchor="b">
            <a:normAutofit/>
          </a:bodyPr>
          <a:lstStyle>
            <a:lvl1pPr marL="0" indent="0">
              <a:buNone/>
              <a:defRPr lang="en-US" dirty="0"/>
            </a:lvl1pPr>
          </a:lstStyle>
          <a:p>
            <a:pPr lvl="0"/>
            <a:r>
              <a:rPr lang="en-US" dirty="0"/>
              <a:t>Click to edit Master subtitle style</a:t>
            </a:r>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5596128" y="0"/>
            <a:ext cx="6595872"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137160" y="6453002"/>
            <a:ext cx="1951777" cy="365125"/>
          </a:xfrm>
        </p:spPr>
        <p:txBody>
          <a:bodyPr/>
          <a:lstStyle/>
          <a:p>
            <a:fld id="{782E7A21-5BA8-4C4C-9705-3A1EA342AD8A}" type="datetime1">
              <a:rPr lang="en-US" smtClean="0"/>
              <a:t>11/9/25</a:t>
            </a:fld>
            <a:endParaRPr lang="en-US"/>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2088937" y="6453002"/>
            <a:ext cx="2805405" cy="365125"/>
          </a:xfrm>
        </p:spPr>
        <p:txBody>
          <a:bodyPr/>
          <a:lstStyle/>
          <a:p>
            <a:r>
              <a:rPr lang="en-US"/>
              <a:t>Sample Footer Text</a:t>
            </a:r>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44578" y="6453002"/>
            <a:ext cx="429207" cy="365125"/>
          </a:xfrm>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5185898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521208" y="548642"/>
            <a:ext cx="7478991" cy="3635797"/>
          </a:xfrm>
        </p:spPr>
        <p:txBody>
          <a:bodyPr vert="horz" lIns="91440" tIns="45720" rIns="91440" bIns="45720" rtlCol="0" anchor="t">
            <a:normAutofit/>
          </a:bodyPr>
          <a:lstStyle>
            <a:lvl1pPr>
              <a:defRPr lang="en-US" sz="70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521208" y="4473553"/>
            <a:ext cx="6655522" cy="1545336"/>
          </a:xfrm>
        </p:spPr>
        <p:txBody>
          <a:bodyPr vert="horz" lIns="91440" tIns="45720" rIns="91440" bIns="45720" rtlCol="0" anchor="b">
            <a:normAutofit/>
          </a:bodyPr>
          <a:lstStyle>
            <a:lvl1pPr marL="0" indent="0">
              <a:buNone/>
              <a:defRPr lang="en-US" sz="2200" dirty="0"/>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1CBE73BE-5F1F-40EF-8F67-E3F24D65884D}" type="datetime1">
              <a:rPr lang="en-US" smtClean="0"/>
              <a:t>11/9/25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65819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18008" y="854239"/>
            <a:ext cx="7876287" cy="3592629"/>
          </a:xfrm>
        </p:spPr>
        <p:txBody>
          <a:bodyPr vert="horz" lIns="91440" tIns="45720" rIns="91440" bIns="45720" rtlCol="0" anchor="b">
            <a:normAutofit/>
          </a:bodyPr>
          <a:lstStyle>
            <a:lvl1pPr>
              <a:defRPr lang="en-US" sz="7200" dirty="0"/>
            </a:lvl1pPr>
          </a:lstStyle>
          <a:p>
            <a:pPr lvl="0"/>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58368" y="4617138"/>
            <a:ext cx="7375466" cy="1014984"/>
          </a:xfrm>
        </p:spPr>
        <p:txBody>
          <a:bodyPr vert="horz" lIns="91440" tIns="45720" rIns="91440" bIns="45720" rtlCol="0">
            <a:normAutofit/>
          </a:bodyPr>
          <a:lstStyle>
            <a:lvl1pPr marL="0" indent="0">
              <a:buNone/>
              <a:defRPr lang="en-US" dirty="0"/>
            </a:lvl1pPr>
          </a:lstStyle>
          <a:p>
            <a:pPr lvl="0"/>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3C868EF1-668D-4AD0-8652-1F3B3622EDC2}" type="datetime1">
              <a:rPr lang="en-US" smtClean="0"/>
              <a:t>11/9/25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158926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981200" y="1318302"/>
            <a:ext cx="8229600" cy="2621154"/>
          </a:xfrm>
        </p:spPr>
        <p:txBody>
          <a:bodyPr anchor="b">
            <a:normAutofit/>
          </a:bodyPr>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4039647"/>
            <a:ext cx="7588155" cy="1414091"/>
          </a:xfrm>
        </p:spPr>
        <p:txBody>
          <a:bodyPr>
            <a:normAutofit/>
          </a:bodyPr>
          <a:lstStyle>
            <a:lvl1pPr marL="0" indent="0" algn="ctr">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1E95609F-9B5B-4E29-8DB1-457A85E01A27}" type="datetime1">
              <a:rPr lang="en-US" smtClean="0"/>
              <a:t>11/9/25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5042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74320" y="1801368"/>
            <a:ext cx="7772400" cy="4572000"/>
          </a:xfrm>
        </p:spPr>
        <p:txBody>
          <a:bodyPr vert="horz" lIns="91440" tIns="45720" rIns="91440" bIns="45720" rtlCol="0" anchor="b">
            <a:normAutofit/>
          </a:bodyPr>
          <a:lstStyle>
            <a:lvl1pPr>
              <a:defRPr lang="en-US" sz="7400" dirty="0"/>
            </a:lvl1pPr>
          </a:lstStyle>
          <a:p>
            <a:pPr lvl="0"/>
            <a:r>
              <a:rPr lang="en-US" dirty="0"/>
              <a:t>Click to edit Master 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16A0DE37-B9D6-425C-B79B-6C6DFFBD0DA2}" type="datetime1">
              <a:rPr lang="en-US" smtClean="0"/>
              <a:t>11/9/25</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19726279"/>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12647" y="664108"/>
            <a:ext cx="8467558" cy="1554480"/>
          </a:xfrm>
        </p:spPr>
        <p:txBody>
          <a:bodyPr anchor="b">
            <a:normAutofit/>
          </a:bodyPr>
          <a:lstStyle>
            <a:lvl1pPr>
              <a:defRPr sz="4400"/>
            </a:lvl1pPr>
          </a:lstStyle>
          <a:p>
            <a:r>
              <a:rPr lang="en-US" dirty="0"/>
              <a:t>Click to edit Master title style</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12647" y="2333860"/>
            <a:ext cx="8467558" cy="3689909"/>
          </a:xfrm>
        </p:spPr>
        <p:txBody>
          <a:bodyPr>
            <a:normAutofit/>
          </a:bodyPr>
          <a:lstStyle>
            <a:lvl1pPr marL="457200" indent="-457200">
              <a:buFont typeface="+mj-lt"/>
              <a:buAutoNum type="arabicPeriod"/>
              <a:defRPr sz="2400"/>
            </a:lvl1pPr>
            <a:lvl2pPr marL="685800" indent="-457200">
              <a:buFont typeface="+mj-lt"/>
              <a:buAutoNum type="arabicPeriod"/>
              <a:defRPr sz="2000"/>
            </a:lvl2pPr>
            <a:lvl3pPr marL="800100" indent="-342900">
              <a:buFont typeface="+mj-lt"/>
              <a:buAutoNum type="arabicPeriod"/>
              <a:defRPr sz="1800"/>
            </a:lvl3pPr>
            <a:lvl4pPr marL="1028700" indent="-342900">
              <a:buFont typeface="+mj-lt"/>
              <a:buAutoNum type="arabicPeriod"/>
              <a:defRPr sz="1600"/>
            </a:lvl4pPr>
            <a:lvl5pPr marL="1257300" indent="-342900">
              <a:buFont typeface="+mj-lt"/>
              <a:buAutoNum type="arabicPeriod"/>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1045B0EE-4023-4E3C-8875-10AA631453CF}" type="datetime1">
              <a:rPr lang="en-US" smtClean="0"/>
              <a:t>11/9/25</a:t>
            </a:fld>
            <a:endParaRPr lang="en-US"/>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623695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hot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161288"/>
            <a:ext cx="4663440" cy="1554480"/>
          </a:xfrm>
        </p:spPr>
        <p:txBody>
          <a:bodyPr anchor="b">
            <a:normAutofit/>
          </a:bodyPr>
          <a:lstStyle>
            <a:lvl1pPr>
              <a:defRPr sz="4000"/>
            </a:lvl1pPr>
          </a:lstStyle>
          <a:p>
            <a:r>
              <a:rPr lang="en-US" dirty="0"/>
              <a:t>Click to edit Master title style</a:t>
            </a:r>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hasCustomPrompt="1"/>
          </p:nvPr>
        </p:nvSpPr>
        <p:spPr>
          <a:xfrm>
            <a:off x="0" y="0"/>
            <a:ext cx="6099048"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2825496"/>
            <a:ext cx="4663440" cy="3337560"/>
          </a:xfrm>
        </p:spPr>
        <p:txBody>
          <a:bodyPr>
            <a:normAutofit/>
          </a:bodyPr>
          <a:lstStyle>
            <a:lvl1pPr marL="457200" indent="-457200">
              <a:buFont typeface="+mj-lt"/>
              <a:buAutoNum type="arabicPeriod"/>
              <a:defRPr sz="2000"/>
            </a:lvl1pPr>
            <a:lvl2pPr marL="571500" indent="-342900">
              <a:buFont typeface="+mj-lt"/>
              <a:buAutoNum type="arabicPeriod"/>
              <a:defRPr sz="1800"/>
            </a:lvl2pPr>
            <a:lvl3pPr marL="800100" indent="-342900">
              <a:buFont typeface="+mj-lt"/>
              <a:buAutoNum type="arabicPeriod"/>
              <a:defRPr sz="1600"/>
            </a:lvl3pPr>
            <a:lvl4pPr marL="1028700" indent="-342900">
              <a:buFont typeface="+mj-lt"/>
              <a:buAutoNum type="arabicPeriod"/>
              <a:defRPr sz="1400"/>
            </a:lvl4pPr>
            <a:lvl5pPr>
              <a:buFont typeface="+mj-lt"/>
              <a:buAutoNum type="arabicPeriod"/>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6857999" y="6453002"/>
            <a:ext cx="1996689" cy="365125"/>
          </a:xfrm>
        </p:spPr>
        <p:txBody>
          <a:bodyPr/>
          <a:lstStyle/>
          <a:p>
            <a:fld id="{CE6CA204-B091-40ED-8158-331EE628B522}" type="datetime1">
              <a:rPr lang="en-US" smtClean="0"/>
              <a:t>11/9/25</a:t>
            </a:fld>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128727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385975"/>
            <a:ext cx="4325112" cy="2454796"/>
          </a:xfrm>
        </p:spPr>
        <p:txBody>
          <a:bodyPr>
            <a:normAutofit/>
          </a:bodyPr>
          <a:lstStyle>
            <a:lvl1pPr>
              <a:defRPr sz="4400"/>
            </a:lvl1pPr>
          </a:lstStyle>
          <a:p>
            <a:r>
              <a:rPr lang="en-US" dirty="0"/>
              <a:t>Click to edit Master title style</a:t>
            </a:r>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273800" y="2386584"/>
            <a:ext cx="4325112" cy="2459736"/>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23692F09-9D88-4105-92F6-7298804EAA90}"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25405177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itle, 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28347" y="2258568"/>
            <a:ext cx="3813048" cy="3557016"/>
          </a:xfrm>
        </p:spPr>
        <p:txBody>
          <a:bodyPr>
            <a:normAutofit/>
          </a:bodyPr>
          <a:lstStyle>
            <a:lvl1pPr>
              <a:defRPr sz="3600"/>
            </a:lvl1pPr>
          </a:lstStyle>
          <a:p>
            <a:r>
              <a:rPr lang="en-US" dirty="0"/>
              <a:t>Click to edit Master title style</a:t>
            </a:r>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519738" y="2254250"/>
            <a:ext cx="4956175" cy="35560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3744F96-061D-4D71-97A2-2371A43FDE7C}"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9228078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8" y="1537853"/>
            <a:ext cx="4145582" cy="4638825"/>
          </a:xfrm>
        </p:spPr>
        <p:txBody>
          <a:bodyPr>
            <a:normAutofit/>
          </a:bodyPr>
          <a:lstStyle>
            <a:lvl1pPr>
              <a:defRPr sz="3600"/>
            </a:lvl1pPr>
          </a:lstStyle>
          <a:p>
            <a:r>
              <a:rPr lang="en-US" dirty="0"/>
              <a:t>Click to edit Master title style</a:t>
            </a:r>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519738" y="1538288"/>
            <a:ext cx="5681662" cy="48180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4C5FE133-02A7-439F-9131-2680F754099D}"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48645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877456"/>
            <a:ext cx="4142232" cy="4940661"/>
          </a:xfrm>
        </p:spPr>
        <p:txBody>
          <a:bodyPr>
            <a:normAutofit/>
          </a:bodyPr>
          <a:lstStyle>
            <a:lvl1pPr>
              <a:defRPr sz="3600"/>
            </a:lvl1pPr>
          </a:lstStyle>
          <a:p>
            <a:r>
              <a:rPr lang="en-US" dirty="0"/>
              <a:t>Click to edit Master title style</a:t>
            </a:r>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522913" y="877456"/>
            <a:ext cx="6159500" cy="539082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91BF7DD-C7D0-4333-B18D-CCAF5427F9DD}"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2445641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72533" y="548639"/>
            <a:ext cx="3494314" cy="5719639"/>
          </a:xfrm>
        </p:spPr>
        <p:txBody>
          <a:bodyPr>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504268" y="549274"/>
            <a:ext cx="7315200" cy="580644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30415979-091A-4302-A385-56FC1CE52E32}"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88435302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538937" y="548640"/>
            <a:ext cx="6093225" cy="1143000"/>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793885"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538937" y="1828800"/>
            <a:ext cx="6071616"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5538937" y="6453002"/>
            <a:ext cx="3337584" cy="365125"/>
          </a:xfrm>
        </p:spPr>
        <p:txBody>
          <a:bodyPr/>
          <a:lstStyle/>
          <a:p>
            <a:fld id="{7836D543-476D-434F-B209-1A114B2E3F04}" type="datetime1">
              <a:rPr lang="en-US" smtClean="0"/>
              <a:t>11/9/25</a:t>
            </a:fld>
            <a:endParaRPr lang="en-US"/>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p:txBody>
          <a:bodyPr/>
          <a:lstStyle/>
          <a:p>
            <a:r>
              <a:rPr lang="en-US"/>
              <a:t>Sample Footer Text</a:t>
            </a:r>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2203143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Photo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6135624" cy="1143000"/>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774" y="1828800"/>
            <a:ext cx="6135624" cy="448970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400544" y="0"/>
            <a:ext cx="4791456"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p:txBody>
          <a:bodyPr/>
          <a:lstStyle/>
          <a:p>
            <a:fld id="{83DD0F20-7689-42E6-8664-6AA00B79F132}" type="datetime1">
              <a:rPr lang="en-US" smtClean="0"/>
              <a:t>11/9/25</a:t>
            </a:fld>
            <a:endParaRPr lang="en-US"/>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3950591" y="6453002"/>
            <a:ext cx="2805405" cy="365125"/>
          </a:xfrm>
        </p:spPr>
        <p:txBody>
          <a:bodyPr/>
          <a:lstStyle/>
          <a:p>
            <a:r>
              <a:rPr lang="en-US"/>
              <a:t>Sample Footer Text</a:t>
            </a:r>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6706232" y="6453002"/>
            <a:ext cx="429207" cy="365125"/>
          </a:xfrm>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32853636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Photo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45736" y="320040"/>
            <a:ext cx="6858000" cy="932688"/>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1"/>
            <a:ext cx="4023360"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745736" y="1380744"/>
            <a:ext cx="6858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4745736" y="6453002"/>
            <a:ext cx="3494314" cy="365125"/>
          </a:xfrm>
        </p:spPr>
        <p:txBody>
          <a:bodyPr/>
          <a:lstStyle/>
          <a:p>
            <a:fld id="{30F2F577-5BDA-4749-9F3F-0D340DC0D6A8}" type="datetime1">
              <a:rPr lang="en-US" smtClean="0"/>
              <a:t>11/9/25</a:t>
            </a:fld>
            <a:endParaRPr lang="en-US"/>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1787937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Photo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7" y="320040"/>
            <a:ext cx="6858000" cy="93268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12647" y="1380744"/>
            <a:ext cx="6858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8091732" y="0"/>
            <a:ext cx="4100267"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p:txBody>
          <a:bodyPr/>
          <a:lstStyle/>
          <a:p>
            <a:fld id="{AC9378AD-A6D7-4162-BB5C-47C49B2E145B}" type="datetime1">
              <a:rPr lang="en-US" smtClean="0"/>
              <a:t>11/9/25</a:t>
            </a:fld>
            <a:endParaRPr lang="en-US"/>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4285799" y="6453002"/>
            <a:ext cx="2805405" cy="365125"/>
          </a:xfrm>
        </p:spPr>
        <p:txBody>
          <a:bodyPr/>
          <a:lstStyle/>
          <a:p>
            <a:r>
              <a:rPr lang="en-US"/>
              <a:t>Sample Footer Text</a:t>
            </a:r>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7041440" y="6453002"/>
            <a:ext cx="429207" cy="365125"/>
          </a:xfrm>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9462787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Photo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53808" y="584339"/>
            <a:ext cx="4361688" cy="1527048"/>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6611509"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53745" y="2212975"/>
            <a:ext cx="4362450" cy="40957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253745" y="6453002"/>
            <a:ext cx="1622776" cy="365125"/>
          </a:xfrm>
        </p:spPr>
        <p:txBody>
          <a:bodyPr/>
          <a:lstStyle>
            <a:lvl1pPr>
              <a:defRPr>
                <a:solidFill>
                  <a:schemeClr val="tx1"/>
                </a:solidFill>
                <a:effectLst/>
              </a:defRPr>
            </a:lvl1pPr>
          </a:lstStyle>
          <a:p>
            <a:fld id="{C67B65D3-547A-48A8-9F1F-13ED0B55ACC6}"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8143019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Photo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3413"/>
            <a:ext cx="4361688" cy="1527048"/>
          </a:xfrm>
        </p:spPr>
        <p:txBody>
          <a:bodyPr anchor="b"/>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2212975"/>
            <a:ext cx="4360863" cy="40957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453002"/>
            <a:ext cx="2031073" cy="365125"/>
          </a:xfrm>
        </p:spPr>
        <p:txBody>
          <a:bodyPr/>
          <a:lstStyle/>
          <a:p>
            <a:fld id="{76A7CFE7-E645-4439-AA6B-DA8CF856D63E}" type="datetime1">
              <a:rPr lang="en-US" smtClean="0"/>
              <a:t>11/9/25</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745480" y="0"/>
            <a:ext cx="6446520"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2168233" y="6453002"/>
            <a:ext cx="2805405" cy="365125"/>
          </a:xfrm>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23874" y="6453002"/>
            <a:ext cx="429207" cy="365125"/>
          </a:xfrm>
        </p:spPr>
        <p:txBody>
          <a:bodyPr/>
          <a:lstStyle>
            <a:lvl1pPr>
              <a:defRPr>
                <a:solidFill>
                  <a:schemeClr val="tx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379235639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Photo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094553" y="320040"/>
            <a:ext cx="4522936" cy="932688"/>
          </a:xfrm>
        </p:spPr>
        <p:txBody>
          <a:bodyPr anchor="b"/>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6492240"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104888" y="1380744"/>
            <a:ext cx="4512601"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7104491" y="6453002"/>
            <a:ext cx="1772029" cy="365125"/>
          </a:xfrm>
        </p:spPr>
        <p:txBody>
          <a:bodyPr/>
          <a:lstStyle>
            <a:lvl1pPr>
              <a:defRPr>
                <a:solidFill>
                  <a:schemeClr val="tx1"/>
                </a:solidFill>
                <a:effectLst/>
              </a:defRPr>
            </a:lvl1pPr>
          </a:lstStyle>
          <a:p>
            <a:fld id="{E8B2C0DB-994F-48B0-91F4-5F06C3B86E32}"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0708879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Photo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320040"/>
            <a:ext cx="4572000" cy="932688"/>
          </a:xfrm>
        </p:spPr>
        <p:txBody>
          <a:bodyPr anchor="b"/>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1380744"/>
            <a:ext cx="4572000" cy="498348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453002"/>
            <a:ext cx="2031073" cy="365125"/>
          </a:xfrm>
        </p:spPr>
        <p:txBody>
          <a:bodyPr/>
          <a:lstStyle/>
          <a:p>
            <a:fld id="{D3F6A089-BE3E-4BB0-98EE-FDF712FF3613}" type="datetime1">
              <a:rPr lang="en-US" smtClean="0"/>
              <a:t>11/9/25</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917720" y="0"/>
            <a:ext cx="6274279"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2168233" y="6453002"/>
            <a:ext cx="2805405" cy="365125"/>
          </a:xfrm>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923874" y="6453002"/>
            <a:ext cx="429207" cy="365125"/>
          </a:xfrm>
        </p:spPr>
        <p:txBody>
          <a:bodyPr/>
          <a:lstStyle>
            <a:lvl1pPr>
              <a:defRPr>
                <a:solidFill>
                  <a:schemeClr val="tx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15333155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Photo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212663" y="583413"/>
            <a:ext cx="3401568" cy="1527048"/>
          </a:xfrm>
        </p:spPr>
        <p:txBody>
          <a:bodyPr anchor="b">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584144"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212790" y="2212975"/>
            <a:ext cx="3401568" cy="40957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8212663" y="6453002"/>
            <a:ext cx="922372" cy="365125"/>
          </a:xfrm>
        </p:spPr>
        <p:txBody>
          <a:bodyPr/>
          <a:lstStyle/>
          <a:p>
            <a:fld id="{AC101298-AE91-4071-9C72-5A98117ABE14}" type="datetime1">
              <a:rPr lang="en-US" smtClean="0"/>
              <a:t>11/9/25</a:t>
            </a:fld>
            <a:endParaRPr lang="en-US"/>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9135035" y="6453002"/>
            <a:ext cx="2546891" cy="365125"/>
          </a:xfrm>
        </p:spPr>
        <p:txBody>
          <a:bodyPr/>
          <a:lstStyle/>
          <a:p>
            <a:r>
              <a:rPr lang="en-US"/>
              <a:t>Sample Footer Text</a:t>
            </a:r>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1062919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Photo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83413"/>
            <a:ext cx="3401568" cy="1527048"/>
          </a:xfrm>
        </p:spPr>
        <p:txBody>
          <a:bodyPr anchor="b">
            <a:normAutofit/>
          </a:bodyPr>
          <a:lstStyle>
            <a:lvl1pPr>
              <a:defRPr sz="3200"/>
            </a:lvl1pPr>
          </a:lstStyle>
          <a:p>
            <a:r>
              <a:rPr lang="en-US" dirty="0"/>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5" y="2212975"/>
            <a:ext cx="3401568" cy="40957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6453002"/>
            <a:ext cx="1067625" cy="365125"/>
          </a:xfrm>
        </p:spPr>
        <p:txBody>
          <a:bodyPr/>
          <a:lstStyle/>
          <a:p>
            <a:fld id="{EABE4333-790C-44CD-B503-F52418ED809A}" type="datetime1">
              <a:rPr lang="en-US" smtClean="0"/>
              <a:t>11/9/25</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4761780" y="0"/>
            <a:ext cx="7430219"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204785" y="6453002"/>
            <a:ext cx="2805405" cy="365125"/>
          </a:xfrm>
        </p:spPr>
        <p:txBody>
          <a:bodyPr/>
          <a:lstStyle>
            <a:lvl1pPr>
              <a:defRPr>
                <a:solidFill>
                  <a:schemeClr val="tx1"/>
                </a:solidFill>
                <a:effectLst/>
              </a:defRPr>
            </a:lvl1p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960426" y="6453002"/>
            <a:ext cx="429207" cy="365125"/>
          </a:xfrm>
        </p:spPr>
        <p:txBody>
          <a:bodyPr/>
          <a:lstStyle>
            <a:lvl1pPr>
              <a:defRPr>
                <a:solidFill>
                  <a:schemeClr val="tx1"/>
                </a:solidFill>
                <a:effectLst/>
              </a:defRPr>
            </a:lvl1pPr>
          </a:lstStyle>
          <a:p>
            <a:fld id="{CC057153-B650-4DEB-B370-79DDCFDCE934}" type="slidenum">
              <a:rPr lang="en-US" smtClean="0"/>
              <a:pPr/>
              <a:t>‹#›</a:t>
            </a:fld>
            <a:endParaRPr lang="en-US"/>
          </a:p>
        </p:txBody>
      </p:sp>
    </p:spTree>
    <p:extLst>
      <p:ext uri="{BB962C8B-B14F-4D97-AF65-F5344CB8AC3E}">
        <p14:creationId xmlns:p14="http://schemas.microsoft.com/office/powerpoint/2010/main" val="44992470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Photo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343102" y="1078992"/>
            <a:ext cx="3273552" cy="1942773"/>
          </a:xfrm>
        </p:spPr>
        <p:txBody>
          <a:bodyPr anchor="b"/>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0" y="0"/>
            <a:ext cx="7781365" cy="685800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344096" y="3099816"/>
            <a:ext cx="3273552" cy="2953512"/>
          </a:xfrm>
        </p:spPr>
        <p:txBody>
          <a:bodyPr>
            <a:normAutofit/>
          </a:bodyPr>
          <a:lstStyle>
            <a:lvl1pPr marL="0" indent="0">
              <a:buNone/>
              <a:defRPr sz="1600"/>
            </a:lvl1pPr>
            <a:lvl2pPr marL="228600" indent="0">
              <a:buNone/>
              <a:defRPr sz="1400"/>
            </a:lvl2pPr>
            <a:lvl3pPr marL="457200" indent="0">
              <a:buNone/>
              <a:defRPr sz="1400"/>
            </a:lvl3pPr>
            <a:lvl4pPr marL="685800" indent="0">
              <a:buNone/>
              <a:defRPr sz="14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343102" y="6453002"/>
            <a:ext cx="1003659" cy="365125"/>
          </a:xfrm>
        </p:spPr>
        <p:txBody>
          <a:bodyPr/>
          <a:lstStyle>
            <a:lvl1pPr>
              <a:defRPr>
                <a:solidFill>
                  <a:schemeClr val="tx1"/>
                </a:solidFill>
                <a:effectLst/>
              </a:defRPr>
            </a:lvl1pPr>
          </a:lstStyle>
          <a:p>
            <a:fld id="{D2397CCD-8E49-4379-8DCB-9F17CAEDFC10}"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9346761" y="6453002"/>
            <a:ext cx="2335165" cy="365125"/>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3074860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Photo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012268"/>
            <a:ext cx="3739896" cy="1390330"/>
          </a:xfrm>
        </p:spPr>
        <p:txBody>
          <a:bodyPr anchor="t">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4635132"/>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A6146F6-C62B-441B-BAD2-D550454B4D53}" type="datetime1">
              <a:rPr lang="en-US" smtClean="0"/>
              <a:t>11/9/25</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012267"/>
            <a:ext cx="6400800" cy="1390330"/>
          </a:xfrm>
        </p:spPr>
        <p:txBody>
          <a:bodyPr>
            <a:normAutofit/>
          </a:bodyPr>
          <a:lstStyle>
            <a:lvl1pPr marL="0" indent="0">
              <a:buFont typeface="Arial" panose="020B0604020202020204" pitchFamily="34" charset="0"/>
              <a:buNone/>
              <a:defRPr sz="1600"/>
            </a:lvl1pPr>
            <a:lvl2pPr marL="228600" indent="0">
              <a:buFont typeface="Arial" panose="020B0604020202020204" pitchFamily="34" charset="0"/>
              <a:buNone/>
              <a:defRPr sz="1400"/>
            </a:lvl2pPr>
            <a:lvl3pPr marL="457200" indent="0">
              <a:buFont typeface="Arial" panose="020B0604020202020204" pitchFamily="34" charset="0"/>
              <a:buNone/>
              <a:defRPr sz="1400"/>
            </a:lvl3pPr>
            <a:lvl4pPr marL="685800" indent="0">
              <a:buFont typeface="Arial" panose="020B0604020202020204" pitchFamily="34" charset="0"/>
              <a:buNone/>
              <a:defRPr sz="1400"/>
            </a:lvl4pPr>
            <a:lvl5pPr marL="914400" indent="0">
              <a:buFont typeface="Arial" panose="020B0604020202020204" pitchFamily="34" charse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69115615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Photo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4162318"/>
            <a:ext cx="2953618" cy="1892808"/>
          </a:xfrm>
        </p:spPr>
        <p:txBody>
          <a:bodyPr anchor="t">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77827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0383A68-D563-4FD5-B11F-54F8D5F1E37F}" type="datetime1">
              <a:rPr lang="en-US" smtClean="0"/>
              <a:t>11/9/25</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4162318"/>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78174844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Photo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21733" y="561425"/>
            <a:ext cx="2953618" cy="1892808"/>
          </a:xfrm>
        </p:spPr>
        <p:txBody>
          <a:bodyPr anchor="t">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3079730"/>
            <a:ext cx="12192000" cy="3778270"/>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137160" y="59778"/>
            <a:ext cx="3494314" cy="365125"/>
          </a:xfrm>
        </p:spPr>
        <p:txBody>
          <a:bodyPr/>
          <a:lstStyle/>
          <a:p>
            <a:fld id="{3148FABB-02FF-476F-AB37-BDD0E354E780}" type="datetime1">
              <a:rPr lang="en-US" smtClean="0"/>
              <a:t>11/9/25</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3977640" y="561425"/>
            <a:ext cx="7772400" cy="2240280"/>
          </a:xfrm>
        </p:spPr>
        <p:txBody>
          <a:bodyPr>
            <a:normAutofit/>
          </a:bodyPr>
          <a:lstStyle>
            <a:lvl1pPr marL="285750" indent="-285750">
              <a:buFont typeface="Arial" panose="020B0604020202020204" pitchFamily="34" charset="0"/>
              <a:buChar char="•"/>
              <a:defRPr sz="1800"/>
            </a:lvl1pPr>
            <a:lvl2pPr marL="514350" indent="-285750">
              <a:buFont typeface="Arial" panose="020B0604020202020204" pitchFamily="34" charset="0"/>
              <a:buChar char="•"/>
              <a:defRPr sz="1600"/>
            </a:lvl2pPr>
            <a:lvl3pPr marL="742950" indent="-285750">
              <a:buFont typeface="Arial" panose="020B0604020202020204" pitchFamily="34" charset="0"/>
              <a:buChar char="•"/>
              <a:defRPr sz="1400"/>
            </a:lvl3pPr>
            <a:lvl4pPr marL="857250" indent="-171450">
              <a:buFont typeface="Arial" panose="020B0604020202020204" pitchFamily="34" charset="0"/>
              <a:buChar char="•"/>
              <a:defRPr sz="1400"/>
            </a:lvl4pPr>
            <a:lvl5pPr marL="1085850" indent="-171450">
              <a:buFont typeface="Arial" panose="020B0604020202020204" pitchFamily="34" charset="0"/>
              <a:buChar char="•"/>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876521" y="59778"/>
            <a:ext cx="2805405" cy="365125"/>
          </a:xfrm>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632162" y="59778"/>
            <a:ext cx="429207" cy="365125"/>
          </a:xfrm>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00531917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Photo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603504"/>
            <a:ext cx="10972802" cy="970463"/>
          </a:xfrm>
        </p:spPr>
        <p:txBody>
          <a:bodyPr anchor="ct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2645" y="1828800"/>
            <a:ext cx="6172200" cy="4425696"/>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327395" y="1828800"/>
            <a:ext cx="4251960" cy="4428871"/>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BCA428D3-736A-4038-886C-8BF662AA2745}"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93031637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Photo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39"/>
            <a:ext cx="4672584" cy="1453896"/>
          </a:xfrm>
        </p:spPr>
        <p:txBody>
          <a:bodyPr>
            <a:normAutofit/>
          </a:bodyPr>
          <a:lstStyle>
            <a:lvl1pPr>
              <a:defRPr sz="36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12648" y="2290890"/>
            <a:ext cx="4672584" cy="4041648"/>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096000" y="549275"/>
            <a:ext cx="5585925" cy="57832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1ED1DDEB-9B85-4E99-8A3D-ABE66C6280C3}"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87718152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Photo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4678" y="550217"/>
            <a:ext cx="3657603" cy="1453896"/>
          </a:xfrm>
        </p:spPr>
        <p:txBody>
          <a:bodyPr anchor="t">
            <a:normAutofit/>
          </a:bodyPr>
          <a:lstStyle>
            <a:lvl1pPr>
              <a:defRPr sz="3200"/>
            </a:lvl1pPr>
          </a:lstStyle>
          <a:p>
            <a:r>
              <a:rPr lang="en-US" dirty="0"/>
              <a:t>Click to edit Master title style</a:t>
            </a:r>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731521" y="2295144"/>
            <a:ext cx="3490176" cy="4041648"/>
          </a:xfrm>
          <a:blipFill dpi="0" rotWithShape="1">
            <a:blip r:embed="rId2">
              <a:alphaModFix amt="60000"/>
            </a:blip>
            <a:srcRect/>
            <a:stretch>
              <a:fillRect/>
            </a:stretch>
          </a:blipFill>
        </p:spPr>
        <p:txBody>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5016500" y="549275"/>
            <a:ext cx="6561138" cy="575945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A7A65DCA-443F-4667-9ED1-418507CE45A8}"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9827740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ig Numb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94944" y="4718304"/>
            <a:ext cx="5897880" cy="1353312"/>
          </a:xfrm>
        </p:spPr>
        <p:txBody>
          <a:bodyPr vert="horz" lIns="91440" tIns="45720" rIns="91440" bIns="45720" rtlCol="0" anchor="t">
            <a:normAutofit/>
          </a:bodyPr>
          <a:lstStyle>
            <a:lvl1pPr>
              <a:lnSpc>
                <a:spcPct val="120000"/>
              </a:lnSpc>
              <a:defRPr lang="en-US" sz="2800" b="0" dirty="0">
                <a:solidFill>
                  <a:schemeClr val="accent1">
                    <a:lumMod val="75000"/>
                  </a:schemeClr>
                </a:solidFill>
                <a:latin typeface="+mn-lt"/>
              </a:defRPr>
            </a:lvl1pPr>
          </a:lstStyle>
          <a:p>
            <a:pPr lvl="0"/>
            <a:r>
              <a:rPr lang="en-US" dirty="0"/>
              <a:t>Click to edit Master title style</a:t>
            </a:r>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539496" y="603503"/>
            <a:ext cx="10826496" cy="4334256"/>
          </a:xfrm>
        </p:spPr>
        <p:txBody>
          <a:bodyPr vert="horz" lIns="91440" tIns="45720" rIns="91440" bIns="45720" rtlCol="0" anchor="b">
            <a:normAutofit/>
          </a:bodyPr>
          <a:lstStyle>
            <a:lvl1pPr marL="0" indent="0">
              <a:lnSpc>
                <a:spcPct val="90000"/>
              </a:lnSpc>
              <a:spcBef>
                <a:spcPts val="0"/>
              </a:spcBef>
              <a:buNone/>
              <a:defRPr lang="en-US" sz="23200" b="1" dirty="0">
                <a:solidFill>
                  <a:schemeClr val="accent1">
                    <a:lumMod val="75000"/>
                  </a:schemeClr>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8CA1557D-4816-44D0-B6EE-6CAC6E30B54D}" type="datetime1">
              <a:rPr lang="en-US" smtClean="0"/>
              <a:t>11/9/25</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69682601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Big Number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4809744"/>
            <a:ext cx="7525512" cy="1545336"/>
          </a:xfrm>
        </p:spPr>
        <p:txBody>
          <a:bodyPr>
            <a:normAutofit/>
          </a:bodyPr>
          <a:lstStyle>
            <a:lvl1pPr algn="ctr">
              <a:lnSpc>
                <a:spcPct val="110000"/>
              </a:lnSpc>
              <a:defRPr sz="2800" b="0">
                <a:solidFill>
                  <a:schemeClr val="accent1">
                    <a:lumMod val="75000"/>
                  </a:schemeClr>
                </a:solidFill>
                <a:latin typeface="+mn-lt"/>
              </a:defRPr>
            </a:lvl1pPr>
          </a:lstStyle>
          <a:p>
            <a:r>
              <a:rPr lang="en-US" dirty="0"/>
              <a:t>Click to edit Master title style</a:t>
            </a:r>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640079"/>
            <a:ext cx="10543032" cy="4206240"/>
          </a:xfrm>
        </p:spPr>
        <p:txBody>
          <a:bodyPr anchor="b">
            <a:normAutofit/>
          </a:bodyPr>
          <a:lstStyle>
            <a:lvl1pPr marL="0" indent="0" algn="ctr">
              <a:lnSpc>
                <a:spcPct val="90000"/>
              </a:lnSpc>
              <a:buNone/>
              <a:defRPr sz="23200" b="1">
                <a:solidFill>
                  <a:schemeClr val="accent1">
                    <a:lumMod val="75000"/>
                  </a:schemeClr>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651F872E-5ED2-46B0-83A4-0C1AF0E0D91C}" type="datetime1">
              <a:rPr lang="en-US" smtClean="0"/>
              <a:t>11/9/25</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06369864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Big Number 3">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64B1ECB8-9E10-D2F3-E361-7D268551E2E2}"/>
              </a:ext>
            </a:extLst>
          </p:cNvPr>
          <p:cNvSpPr/>
          <p:nvPr/>
        </p:nvSpPr>
        <p:spPr>
          <a:xfrm>
            <a:off x="0" y="0"/>
            <a:ext cx="12192000" cy="685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377440" y="4809744"/>
            <a:ext cx="7525512" cy="1545336"/>
          </a:xfrm>
        </p:spPr>
        <p:txBody>
          <a:bodyPr>
            <a:normAutofit/>
          </a:bodyPr>
          <a:lstStyle>
            <a:lvl1pPr algn="ctr">
              <a:lnSpc>
                <a:spcPct val="110000"/>
              </a:lnSpc>
              <a:defRPr sz="2800" b="0">
                <a:solidFill>
                  <a:schemeClr val="tx1"/>
                </a:solidFill>
                <a:latin typeface="+mn-lt"/>
              </a:defRPr>
            </a:lvl1pPr>
          </a:lstStyle>
          <a:p>
            <a:r>
              <a:rPr lang="en-US" dirty="0"/>
              <a:t>Click to edit Master title style</a:t>
            </a:r>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822960" y="640079"/>
            <a:ext cx="10543032" cy="4206240"/>
          </a:xfrm>
        </p:spPr>
        <p:txBody>
          <a:bodyPr anchor="b">
            <a:normAutofit/>
          </a:bodyPr>
          <a:lstStyle>
            <a:lvl1pPr marL="0" indent="0" algn="ctr">
              <a:lnSpc>
                <a:spcPct val="90000"/>
              </a:lnSpc>
              <a:buNone/>
              <a:defRPr sz="23200" b="1">
                <a:solidFill>
                  <a:schemeClr val="tx1"/>
                </a:solidFill>
                <a:latin typeface="+mj-lt"/>
              </a:defRPr>
            </a:lvl1pPr>
          </a:lstStyle>
          <a:p>
            <a:pPr lvl="0"/>
            <a:r>
              <a:rPr lang="en-US" dirty="0"/>
              <a:t>##%</a:t>
            </a:r>
          </a:p>
        </p:txBody>
      </p:sp>
      <p:sp>
        <p:nvSpPr>
          <p:cNvPr id="3" name="Date Placeholder 2">
            <a:extLst>
              <a:ext uri="{FF2B5EF4-FFF2-40B4-BE49-F238E27FC236}">
                <a16:creationId xmlns:a16="http://schemas.microsoft.com/office/drawing/2014/main" id="{4A591E5F-EDEF-7D02-30E6-B960B5E45903}"/>
              </a:ext>
            </a:extLst>
          </p:cNvPr>
          <p:cNvSpPr>
            <a:spLocks noGrp="1"/>
          </p:cNvSpPr>
          <p:nvPr>
            <p:ph type="dt" sz="half" idx="10"/>
          </p:nvPr>
        </p:nvSpPr>
        <p:spPr/>
        <p:txBody>
          <a:bodyPr/>
          <a:lstStyle/>
          <a:p>
            <a:fld id="{C6218575-0C6E-47B4-936E-32183810D7BF}" type="datetime1">
              <a:rPr lang="en-US" smtClean="0"/>
              <a:t>11/9/25</a:t>
            </a:fld>
            <a:endParaRPr lang="en-US"/>
          </a:p>
        </p:txBody>
      </p:sp>
      <p:sp>
        <p:nvSpPr>
          <p:cNvPr id="4" name="Footer Placeholder 3">
            <a:extLst>
              <a:ext uri="{FF2B5EF4-FFF2-40B4-BE49-F238E27FC236}">
                <a16:creationId xmlns:a16="http://schemas.microsoft.com/office/drawing/2014/main" id="{C394E47C-0C77-0005-1755-14F7739DF22E}"/>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A0528A9-0729-B0FB-328C-3C96994AAB3C}"/>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68662845"/>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91C29FB5-1C86-423F-AEAA-2683840666C3}" type="datetime1">
              <a:rPr lang="en-US" smtClean="0"/>
              <a:t>11/9/25</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630936"/>
            <a:ext cx="8266176" cy="5605272"/>
          </a:xfrm>
        </p:spPr>
        <p:txBody>
          <a:bodyPr anchor="ctr">
            <a:normAutofit/>
          </a:bodyPr>
          <a:lstStyle>
            <a:lvl1pPr marL="0" indent="0">
              <a:lnSpc>
                <a:spcPct val="100000"/>
              </a:lnSpc>
              <a:buNone/>
              <a:defRPr sz="5400" b="1"/>
            </a:lvl1pPr>
            <a:lvl2pPr marL="228600" indent="0">
              <a:lnSpc>
                <a:spcPct val="100000"/>
              </a:lnSpc>
              <a:buNone/>
              <a:defRPr sz="4800" b="1"/>
            </a:lvl2pPr>
            <a:lvl3pPr marL="457200" indent="0">
              <a:lnSpc>
                <a:spcPct val="100000"/>
              </a:lnSpc>
              <a:buNone/>
              <a:defRPr sz="4400" b="1"/>
            </a:lvl3pPr>
            <a:lvl4pPr marL="685800" indent="0">
              <a:lnSpc>
                <a:spcPct val="100000"/>
              </a:lnSpc>
              <a:buNone/>
              <a:defRPr sz="4000" b="1"/>
            </a:lvl4pPr>
            <a:lvl5pPr marL="914400" indent="0">
              <a:lnSpc>
                <a:spcPct val="100000"/>
              </a:lnSpc>
              <a:buNone/>
              <a:defRPr sz="36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831076105"/>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111CCB4E-88AF-46AC-B7C5-30308F179659}" type="datetime1">
              <a:rPr lang="en-US" smtClean="0"/>
              <a:t>11/9/25</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1929384"/>
            <a:ext cx="8266176" cy="4142232"/>
          </a:xfrm>
        </p:spPr>
        <p:txBody>
          <a:bodyPr anchor="b">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7923250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dirty="0"/>
              <a:t>Click to edit Master title style</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5BA915B6-CC2A-4462-A7E5-B3080DF8F97D}" type="datetime1">
              <a:rPr lang="en-US" smtClean="0"/>
              <a:t>11/9/25</a:t>
            </a:fld>
            <a:endParaRPr lang="en-US"/>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CC057153-B650-4DEB-B370-79DDCFDCE934}" type="slidenum">
              <a:rPr lang="en-US" smtClean="0"/>
              <a:pPr/>
              <a:t>‹#›</a:t>
            </a:fld>
            <a:endParaRPr lang="en-US"/>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8" y="548640"/>
            <a:ext cx="8266176" cy="5605272"/>
          </a:xfrm>
        </p:spPr>
        <p:txBody>
          <a:bodyPr anchor="t">
            <a:normAutofit/>
          </a:bodyPr>
          <a:lstStyle>
            <a:lvl1pPr marL="0" indent="0">
              <a:lnSpc>
                <a:spcPct val="100000"/>
              </a:lnSpc>
              <a:buNone/>
              <a:defRPr sz="5000" b="1"/>
            </a:lvl1pPr>
            <a:lvl2pPr marL="228600" indent="0">
              <a:lnSpc>
                <a:spcPct val="100000"/>
              </a:lnSpc>
              <a:buNone/>
              <a:defRPr sz="4400" b="1"/>
            </a:lvl2pPr>
            <a:lvl3pPr marL="457200" indent="0">
              <a:lnSpc>
                <a:spcPct val="100000"/>
              </a:lnSpc>
              <a:buNone/>
              <a:defRPr sz="4000" b="1"/>
            </a:lvl3pPr>
            <a:lvl4pPr marL="685800" indent="0">
              <a:lnSpc>
                <a:spcPct val="100000"/>
              </a:lnSpc>
              <a:buNone/>
              <a:defRPr sz="3600" b="1"/>
            </a:lvl4pPr>
            <a:lvl5pPr marL="914400" indent="0">
              <a:lnSpc>
                <a:spcPct val="100000"/>
              </a:lnSpc>
              <a:buNone/>
              <a:defRPr sz="3200" b="1"/>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932136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77008" y="5431536"/>
            <a:ext cx="9021471" cy="466344"/>
          </a:xfrm>
        </p:spPr>
        <p:txBody>
          <a:bodyPr anchor="ctr">
            <a:normAutofit/>
          </a:bodyPr>
          <a:lstStyle>
            <a:lvl1pPr>
              <a:lnSpc>
                <a:spcPct val="120000"/>
              </a:lnSpc>
              <a:defRPr sz="2200">
                <a:solidFill>
                  <a:schemeClr val="accent1">
                    <a:lumMod val="75000"/>
                  </a:schemeClr>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188720"/>
            <a:ext cx="9198864" cy="3657600"/>
          </a:xfrm>
        </p:spPr>
        <p:txBody>
          <a:bodyPr anchor="ctr">
            <a:normAutofit/>
          </a:bodyPr>
          <a:lstStyle>
            <a:lvl1pPr marL="164592" indent="-164592">
              <a:lnSpc>
                <a:spcPct val="100000"/>
              </a:lnSpc>
              <a:spcBef>
                <a:spcPts val="0"/>
              </a:spcBef>
              <a:buNone/>
              <a:defRPr sz="4000">
                <a:latin typeface="+mj-lt"/>
              </a:defRPr>
            </a:lvl1pPr>
          </a:lstStyle>
          <a:p>
            <a:pPr lvl="0"/>
            <a:r>
              <a:rPr lang="en-US" dirty="0"/>
              <a:t>Click to edit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506188F7-A494-4EEB-A53D-2B97B1D4CD3C}" type="datetime1">
              <a:rPr lang="en-US" smtClean="0"/>
              <a:t>11/9/25</a:t>
            </a:fld>
            <a:endParaRPr lang="en-US"/>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9895818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6DECC02-1725-49EE-C93B-A4C2C4049458}"/>
              </a:ext>
            </a:extLst>
          </p:cNvPr>
          <p:cNvSpPr/>
          <p:nvPr/>
        </p:nvSpPr>
        <p:spPr>
          <a:xfrm>
            <a:off x="0" y="1"/>
            <a:ext cx="12192000" cy="685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677009" y="5349240"/>
            <a:ext cx="9043416" cy="466344"/>
          </a:xfrm>
        </p:spPr>
        <p:txBody>
          <a:bodyPr anchor="ctr">
            <a:normAutofit/>
          </a:bodyPr>
          <a:lstStyle>
            <a:lvl1pPr>
              <a:lnSpc>
                <a:spcPct val="120000"/>
              </a:lnSpc>
              <a:defRPr sz="2200">
                <a:solidFill>
                  <a:schemeClr val="tx1"/>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499616" y="1344168"/>
            <a:ext cx="9198864" cy="3291840"/>
          </a:xfrm>
        </p:spPr>
        <p:txBody>
          <a:bodyPr anchor="ctr">
            <a:normAutofit/>
          </a:bodyPr>
          <a:lstStyle>
            <a:lvl1pPr marL="164592" indent="-164592">
              <a:lnSpc>
                <a:spcPct val="100000"/>
              </a:lnSpc>
              <a:spcBef>
                <a:spcPts val="0"/>
              </a:spcBef>
              <a:buNone/>
              <a:defRPr sz="4000">
                <a:latin typeface="+mj-lt"/>
              </a:defRPr>
            </a:lvl1pPr>
          </a:lstStyle>
          <a:p>
            <a:pPr lvl="0"/>
            <a:r>
              <a:rPr lang="en-US" dirty="0"/>
              <a:t>Click to edit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9F406BC0-1562-42E5-89A2-925CA193C8A6}" type="datetime1">
              <a:rPr lang="en-US" smtClean="0"/>
              <a:t>11/9/25</a:t>
            </a:fld>
            <a:endParaRPr lang="en-US"/>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37007328"/>
      </p:ext>
    </p:extLst>
  </p:cSld>
  <p:clrMapOvr>
    <a:overrideClrMapping bg1="dk1" tx1="lt1" bg2="dk2" tx2="lt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Quot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790041" y="5669280"/>
            <a:ext cx="8805672" cy="466344"/>
          </a:xfrm>
        </p:spPr>
        <p:txBody>
          <a:bodyPr anchor="ctr">
            <a:normAutofit/>
          </a:bodyPr>
          <a:lstStyle>
            <a:lvl1pPr>
              <a:lnSpc>
                <a:spcPct val="120000"/>
              </a:lnSpc>
              <a:defRPr sz="2200">
                <a:solidFill>
                  <a:schemeClr val="accent1">
                    <a:lumMod val="75000"/>
                  </a:schemeClr>
                </a:solidFill>
                <a:latin typeface="+mn-lt"/>
              </a:defRPr>
            </a:lvl1pPr>
          </a:lstStyle>
          <a:p>
            <a:r>
              <a:rPr lang="en-US" dirty="0"/>
              <a:t>Quote Author</a:t>
            </a:r>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12648" y="1097280"/>
            <a:ext cx="8961120" cy="3474720"/>
          </a:xfrm>
        </p:spPr>
        <p:txBody>
          <a:bodyPr anchor="ctr">
            <a:normAutofit/>
          </a:bodyPr>
          <a:lstStyle>
            <a:lvl1pPr marL="164592" indent="-164592">
              <a:lnSpc>
                <a:spcPct val="100000"/>
              </a:lnSpc>
              <a:spcBef>
                <a:spcPts val="0"/>
              </a:spcBef>
              <a:buNone/>
              <a:defRPr sz="4200">
                <a:latin typeface="+mj-lt"/>
              </a:defRPr>
            </a:lvl1pPr>
          </a:lstStyle>
          <a:p>
            <a:pPr lvl="0"/>
            <a:r>
              <a:rPr lang="en-US" dirty="0"/>
              <a:t>Click to edit Quote</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p>
            <a:fld id="{507F376A-778D-45CF-8340-DB03B2DA6A3E}" type="datetime1">
              <a:rPr lang="en-US" smtClean="0"/>
              <a:t>11/9/25</a:t>
            </a:fld>
            <a:endParaRPr lang="en-US"/>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17114433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dirty="0"/>
              <a:t>Click to edit Master title style</a:t>
            </a:r>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12775"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8B9DFF5A-622E-43FE-9EE9-BAAB78AB2046}" type="datetime1">
              <a:rPr lang="en-US" smtClean="0"/>
              <a:t>11/9/25</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48862671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09600" y="2387600"/>
            <a:ext cx="5157788" cy="37639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172200" y="2387600"/>
            <a:ext cx="5183188" cy="37639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F55C09E-FF30-4AA0-A227-171955622259}" type="datetime1">
              <a:rPr lang="en-US" smtClean="0"/>
              <a:t>11/9/25</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13131511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97B279FF-407B-4B41-9E69-DE66ED04A328}" type="datetime1">
              <a:rPr lang="en-US" smtClean="0"/>
              <a:t>11/9/25</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46785813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803E812-757D-4139-AF81-227C72D4B544}" type="datetime1">
              <a:rPr lang="en-US" smtClean="0"/>
              <a:t>11/9/25</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53098111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12648" y="553616"/>
            <a:ext cx="3595634" cy="1757505"/>
          </a:xfrm>
        </p:spPr>
        <p:txBody>
          <a:bodyPr anchor="t">
            <a:normAutofit/>
          </a:bodyPr>
          <a:lstStyle>
            <a:lvl1pPr>
              <a:defRPr sz="2800"/>
            </a:lvl1pPr>
          </a:lstStyle>
          <a:p>
            <a:r>
              <a:rPr lang="en-US" dirty="0"/>
              <a:t>Click to edit Master title style</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12648" y="2311121"/>
            <a:ext cx="3595634" cy="3993263"/>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5"/>
            <a:ext cx="6440258" cy="5755109"/>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07D6A7E1-C424-43A5-938A-12DEC0A1D59D}" type="datetime1">
              <a:rPr lang="en-US" smtClean="0"/>
              <a:t>11/9/25</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301011101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8" y="557784"/>
            <a:ext cx="3595634" cy="2212313"/>
          </a:xfrm>
        </p:spPr>
        <p:txBody>
          <a:bodyPr anchor="t">
            <a:normAutofit/>
          </a:bodyPr>
          <a:lstStyle>
            <a:lvl1pPr>
              <a:defRPr sz="2800"/>
            </a:lvl1pPr>
          </a:lstStyle>
          <a:p>
            <a:r>
              <a:rPr lang="en-US" dirty="0"/>
              <a:t>Click to edit Master title style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12648"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hasCustomPrompt="1"/>
          </p:nvPr>
        </p:nvSpPr>
        <p:spPr>
          <a:xfrm>
            <a:off x="5063319" y="557784"/>
            <a:ext cx="6519080" cy="5779007"/>
          </a:xfrm>
          <a:blipFill dpi="0" rotWithShape="1">
            <a:blip r:embed="rId2">
              <a:alphaModFix amt="60000"/>
            </a:blip>
            <a:srcRect/>
            <a:stretch>
              <a:fillRect/>
            </a:stretch>
          </a:blipFill>
        </p:spPr>
        <p:txBody>
          <a:bodyPr>
            <a:normAutofit/>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807C4FC2-B89B-4919-A96B-662A3584681C}" type="datetime1">
              <a:rPr lang="en-US" smtClean="0"/>
              <a:t>11/9/25</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120714401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6" y="1847088"/>
            <a:ext cx="10888473" cy="1133856"/>
          </a:xfrm>
        </p:spPr>
        <p:txBody>
          <a:bodyPr anchor="b">
            <a:normAutofit/>
          </a:bodyPr>
          <a:lstStyle>
            <a:lvl1pPr>
              <a:defRPr sz="6000"/>
            </a:lvl1pPr>
          </a:lstStyle>
          <a:p>
            <a:r>
              <a:rPr lang="en-US" dirty="0"/>
              <a:t>Click to edit Master title style</a:t>
            </a:r>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12775" y="3594099"/>
            <a:ext cx="10890374" cy="2743200"/>
          </a:xfrm>
        </p:spPr>
        <p:txBody>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C24BE51-D660-433D-AABA-154BE028E64E}"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358505981"/>
      </p:ext>
    </p:extLst>
  </p:cSld>
  <p:clrMapOvr>
    <a:overrideClrMapping bg1="dk1" tx1="lt1" bg2="dk2" tx2="lt2" accent1="accent1" accent2="accent2" accent3="accent3" accent4="accent4" accent5="accent5" accent6="accent6" hlink="hlink" folHlink="folHlink"/>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2647" y="1627318"/>
            <a:ext cx="8430767" cy="1842020"/>
          </a:xfrm>
        </p:spPr>
        <p:txBody>
          <a:bodyPr anchor="b">
            <a:normAutofit/>
          </a:bodyPr>
          <a:lstStyle>
            <a:lvl1pPr>
              <a:defRPr sz="6000"/>
            </a:lvl1pPr>
          </a:lstStyle>
          <a:p>
            <a:r>
              <a:rPr lang="en-US" dirty="0"/>
              <a:t>Click to edit Master title style</a:t>
            </a:r>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12775" y="3622674"/>
            <a:ext cx="8430639" cy="1279615"/>
          </a:xfrm>
        </p:spPr>
        <p:txBody>
          <a:bodyPr>
            <a:normAutofit/>
          </a:bodyPr>
          <a:lstStyle>
            <a:lvl1pPr marL="0" indent="0">
              <a:buNone/>
              <a:defRPr sz="2400"/>
            </a:lvl1pPr>
            <a:lvl2pPr marL="228600" indent="0">
              <a:buNone/>
              <a:defRPr sz="2000"/>
            </a:lvl2pPr>
            <a:lvl3pPr marL="457200" indent="0">
              <a:buNone/>
              <a:defRPr sz="1800"/>
            </a:lvl3pPr>
            <a:lvl4pPr marL="685800" indent="0">
              <a:buNone/>
              <a:defRPr sz="1600"/>
            </a:lvl4pPr>
            <a:lvl5pPr marL="914400" indent="0">
              <a:buNone/>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B61F76E-6064-4431-B5C4-29A511725BCF}" type="datetime1">
              <a:rPr lang="en-US" smtClean="0"/>
              <a:t>11/9/25</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a:t>
            </a:fld>
            <a:endParaRPr lang="en-US"/>
          </a:p>
        </p:txBody>
      </p:sp>
    </p:spTree>
    <p:extLst>
      <p:ext uri="{BB962C8B-B14F-4D97-AF65-F5344CB8AC3E}">
        <p14:creationId xmlns:p14="http://schemas.microsoft.com/office/powerpoint/2010/main" val="2161803220"/>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5EE9E671-1C83-40F7-9D33-FE8AAC7F721F}" type="datetime1">
              <a:rPr lang="en-US" smtClean="0"/>
              <a:t>11/9/25</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r>
              <a:rPr lang="en-US"/>
              <a:t>Sample Footer Text</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a:t>
            </a:fld>
            <a:endParaRPr lang="en-US"/>
          </a:p>
        </p:txBody>
      </p:sp>
    </p:spTree>
    <p:extLst>
      <p:ext uri="{BB962C8B-B14F-4D97-AF65-F5344CB8AC3E}">
        <p14:creationId xmlns:p14="http://schemas.microsoft.com/office/powerpoint/2010/main" val="3552629376"/>
      </p:ext>
    </p:extLst>
  </p:cSld>
  <p:clrMap bg1="lt1" tx1="dk1" bg2="lt2" tx2="dk2" accent1="accent1" accent2="accent2" accent3="accent3" accent4="accent4" accent5="accent5" accent6="accent6" hlink="hlink" folHlink="folHlink"/>
  <p:sldLayoutIdLst>
    <p:sldLayoutId id="2147483750" r:id="rId1"/>
    <p:sldLayoutId id="2147483702" r:id="rId2"/>
    <p:sldLayoutId id="2147483703" r:id="rId3"/>
    <p:sldLayoutId id="2147483704" r:id="rId4"/>
    <p:sldLayoutId id="2147483705" r:id="rId5"/>
    <p:sldLayoutId id="2147483706" r:id="rId6"/>
    <p:sldLayoutId id="2147483707" r:id="rId7"/>
    <p:sldLayoutId id="2147483708" r:id="rId8"/>
    <p:sldLayoutId id="2147483709" r:id="rId9"/>
    <p:sldLayoutId id="2147483710" r:id="rId10"/>
    <p:sldLayoutId id="2147483711" r:id="rId11"/>
    <p:sldLayoutId id="2147483712" r:id="rId12"/>
    <p:sldLayoutId id="2147483713" r:id="rId13"/>
    <p:sldLayoutId id="2147483714" r:id="rId14"/>
    <p:sldLayoutId id="2147483715" r:id="rId15"/>
    <p:sldLayoutId id="2147483716" r:id="rId16"/>
    <p:sldLayoutId id="2147483717" r:id="rId17"/>
    <p:sldLayoutId id="2147483718" r:id="rId18"/>
    <p:sldLayoutId id="2147483719" r:id="rId19"/>
    <p:sldLayoutId id="2147483720" r:id="rId20"/>
    <p:sldLayoutId id="2147483721" r:id="rId21"/>
    <p:sldLayoutId id="2147483722" r:id="rId22"/>
    <p:sldLayoutId id="2147483723" r:id="rId23"/>
    <p:sldLayoutId id="2147483724" r:id="rId24"/>
    <p:sldLayoutId id="2147483725" r:id="rId25"/>
    <p:sldLayoutId id="2147483726" r:id="rId26"/>
    <p:sldLayoutId id="2147483727" r:id="rId27"/>
    <p:sldLayoutId id="2147483728" r:id="rId28"/>
    <p:sldLayoutId id="2147483729" r:id="rId29"/>
    <p:sldLayoutId id="2147483730" r:id="rId30"/>
    <p:sldLayoutId id="2147483731" r:id="rId31"/>
    <p:sldLayoutId id="2147483732" r:id="rId32"/>
    <p:sldLayoutId id="2147483733" r:id="rId33"/>
    <p:sldLayoutId id="2147483734" r:id="rId34"/>
    <p:sldLayoutId id="2147483735" r:id="rId35"/>
    <p:sldLayoutId id="2147483736" r:id="rId36"/>
    <p:sldLayoutId id="2147483749" r:id="rId37"/>
    <p:sldLayoutId id="2147483737" r:id="rId38"/>
    <p:sldLayoutId id="2147483738" r:id="rId39"/>
    <p:sldLayoutId id="2147483739" r:id="rId40"/>
    <p:sldLayoutId id="2147483740" r:id="rId41"/>
    <p:sldLayoutId id="2147483741" r:id="rId42"/>
    <p:sldLayoutId id="2147483742" r:id="rId43"/>
    <p:sldLayoutId id="2147483743" r:id="rId44"/>
    <p:sldLayoutId id="2147483744" r:id="rId45"/>
    <p:sldLayoutId id="2147483745" r:id="rId46"/>
    <p:sldLayoutId id="2147483746" r:id="rId47"/>
    <p:sldLayoutId id="2147483747" r:id="rId48"/>
    <p:sldLayoutId id="2147483748" r:id="rId49"/>
  </p:sldLayoutIdLs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5.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5.xml"/></Relationships>
</file>

<file path=ppt/slides/_rels/slide1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1.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5.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DDB2A-EA1F-301A-961E-F7C73BE304F0}"/>
              </a:ext>
            </a:extLst>
          </p:cNvPr>
          <p:cNvSpPr>
            <a:spLocks noGrp="1"/>
          </p:cNvSpPr>
          <p:nvPr>
            <p:ph type="ctrTitle"/>
          </p:nvPr>
        </p:nvSpPr>
        <p:spPr>
          <a:xfrm>
            <a:off x="7168896" y="1129554"/>
            <a:ext cx="4361688" cy="3475236"/>
          </a:xfrm>
        </p:spPr>
        <p:txBody>
          <a:bodyPr anchor="b">
            <a:normAutofit/>
          </a:bodyPr>
          <a:lstStyle/>
          <a:p>
            <a:r>
              <a:rPr lang="en-US" sz="4600" dirty="0">
                <a:latin typeface="Arial" panose="020B0604020202020204" pitchFamily="34" charset="0"/>
                <a:cs typeface="Arial" panose="020B0604020202020204" pitchFamily="34" charset="0"/>
              </a:rPr>
              <a:t>Maximizing Revenue For Drivers- payment type &amp; fair amount</a:t>
            </a:r>
          </a:p>
        </p:txBody>
      </p:sp>
      <p:pic>
        <p:nvPicPr>
          <p:cNvPr id="10" name="Picture 9" descr="Money and passport">
            <a:extLst>
              <a:ext uri="{FF2B5EF4-FFF2-40B4-BE49-F238E27FC236}">
                <a16:creationId xmlns:a16="http://schemas.microsoft.com/office/drawing/2014/main" id="{6F92B627-0009-ADCB-AAED-9E5CE6BF34F8}"/>
              </a:ext>
            </a:extLst>
          </p:cNvPr>
          <p:cNvPicPr>
            <a:picLocks noChangeAspect="1"/>
          </p:cNvPicPr>
          <p:nvPr/>
        </p:nvPicPr>
        <p:blipFill>
          <a:blip r:embed="rId2"/>
          <a:srcRect l="35871" r="12999"/>
          <a:stretch>
            <a:fillRect/>
          </a:stretch>
        </p:blipFill>
        <p:spPr>
          <a:xfrm>
            <a:off x="20" y="10"/>
            <a:ext cx="6584930" cy="6857990"/>
          </a:xfrm>
          <a:prstGeom prst="rect">
            <a:avLst/>
          </a:prstGeom>
          <a:noFill/>
        </p:spPr>
      </p:pic>
    </p:spTree>
    <p:extLst>
      <p:ext uri="{BB962C8B-B14F-4D97-AF65-F5344CB8AC3E}">
        <p14:creationId xmlns:p14="http://schemas.microsoft.com/office/powerpoint/2010/main" val="11368227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55FA4F-8D27-B519-1603-BE766DA1C02D}"/>
              </a:ext>
            </a:extLst>
          </p:cNvPr>
          <p:cNvSpPr>
            <a:spLocks noGrp="1"/>
          </p:cNvSpPr>
          <p:nvPr>
            <p:ph type="title"/>
          </p:nvPr>
        </p:nvSpPr>
        <p:spPr>
          <a:xfrm>
            <a:off x="372533" y="548639"/>
            <a:ext cx="3494314" cy="5719639"/>
          </a:xfrm>
        </p:spPr>
        <p:txBody>
          <a:bodyPr anchor="t">
            <a:normAutofit/>
          </a:bodyPr>
          <a:lstStyle/>
          <a:p>
            <a:r>
              <a:rPr lang="en-US" sz="3600" dirty="0">
                <a:latin typeface="Arial" panose="020B0604020202020204" pitchFamily="34" charset="0"/>
                <a:cs typeface="Arial" panose="020B0604020202020204" pitchFamily="34" charset="0"/>
              </a:rPr>
              <a:t>Agenda</a:t>
            </a:r>
          </a:p>
        </p:txBody>
      </p:sp>
      <p:graphicFrame>
        <p:nvGraphicFramePr>
          <p:cNvPr id="5" name="Content Placeholder 2">
            <a:extLst>
              <a:ext uri="{FF2B5EF4-FFF2-40B4-BE49-F238E27FC236}">
                <a16:creationId xmlns:a16="http://schemas.microsoft.com/office/drawing/2014/main" id="{4799C261-3C35-16DF-2F91-4ADCAF23B1D6}"/>
              </a:ext>
            </a:extLst>
          </p:cNvPr>
          <p:cNvGraphicFramePr>
            <a:graphicFrameLocks noGrp="1"/>
          </p:cNvGraphicFramePr>
          <p:nvPr>
            <p:ph sz="quarter" idx="13"/>
            <p:extLst>
              <p:ext uri="{D42A27DB-BD31-4B8C-83A1-F6EECF244321}">
                <p14:modId xmlns:p14="http://schemas.microsoft.com/office/powerpoint/2010/main" val="2945127427"/>
              </p:ext>
            </p:extLst>
          </p:nvPr>
        </p:nvGraphicFramePr>
        <p:xfrm>
          <a:off x="4504268" y="549274"/>
          <a:ext cx="7315200" cy="58064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341049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9A6C0-44C3-897B-E45E-BAFCA00EB2B3}"/>
              </a:ext>
            </a:extLst>
          </p:cNvPr>
          <p:cNvSpPr>
            <a:spLocks noGrp="1"/>
          </p:cNvSpPr>
          <p:nvPr>
            <p:ph type="title"/>
          </p:nvPr>
        </p:nvSpPr>
        <p:spPr>
          <a:xfrm>
            <a:off x="5538937" y="548640"/>
            <a:ext cx="6093225" cy="1143000"/>
          </a:xfrm>
        </p:spPr>
        <p:txBody>
          <a:bodyPr anchor="b">
            <a:normAutofit/>
          </a:bodyPr>
          <a:lstStyle/>
          <a:p>
            <a:r>
              <a:rPr lang="en-US" dirty="0">
                <a:latin typeface="Arial" panose="020B0604020202020204" pitchFamily="34" charset="0"/>
                <a:cs typeface="Arial" panose="020B0604020202020204" pitchFamily="34" charset="0"/>
              </a:rPr>
              <a:t>Problem Statement</a:t>
            </a:r>
          </a:p>
        </p:txBody>
      </p:sp>
      <p:pic>
        <p:nvPicPr>
          <p:cNvPr id="5" name="Picture 4" descr="A taxi cab sign">
            <a:extLst>
              <a:ext uri="{FF2B5EF4-FFF2-40B4-BE49-F238E27FC236}">
                <a16:creationId xmlns:a16="http://schemas.microsoft.com/office/drawing/2014/main" id="{7A765B26-11BE-0584-550D-609AC81F4355}"/>
              </a:ext>
            </a:extLst>
          </p:cNvPr>
          <p:cNvPicPr>
            <a:picLocks noChangeAspect="1"/>
          </p:cNvPicPr>
          <p:nvPr/>
        </p:nvPicPr>
        <p:blipFill>
          <a:blip r:embed="rId2"/>
          <a:srcRect l="13719" r="39621" b="-2"/>
          <a:stretch>
            <a:fillRect/>
          </a:stretch>
        </p:blipFill>
        <p:spPr>
          <a:xfrm>
            <a:off x="20" y="1"/>
            <a:ext cx="4793865" cy="6858000"/>
          </a:xfrm>
          <a:prstGeom prst="rect">
            <a:avLst/>
          </a:prstGeom>
          <a:noFill/>
        </p:spPr>
      </p:pic>
      <p:sp>
        <p:nvSpPr>
          <p:cNvPr id="3" name="Content Placeholder 2">
            <a:extLst>
              <a:ext uri="{FF2B5EF4-FFF2-40B4-BE49-F238E27FC236}">
                <a16:creationId xmlns:a16="http://schemas.microsoft.com/office/drawing/2014/main" id="{ECE32B41-8A25-3573-0E6D-FB40B6E87534}"/>
              </a:ext>
            </a:extLst>
          </p:cNvPr>
          <p:cNvSpPr>
            <a:spLocks noGrp="1"/>
          </p:cNvSpPr>
          <p:nvPr>
            <p:ph sz="quarter" idx="14"/>
          </p:nvPr>
        </p:nvSpPr>
        <p:spPr>
          <a:xfrm>
            <a:off x="5538937" y="1828800"/>
            <a:ext cx="6071616" cy="4489704"/>
          </a:xfrm>
        </p:spPr>
        <p:txBody>
          <a:bodyPr>
            <a:normAutofit fontScale="92500"/>
          </a:bodyPr>
          <a:lstStyle/>
          <a:p>
            <a:pPr marL="0" indent="0">
              <a:lnSpc>
                <a:spcPct val="110000"/>
              </a:lnSpc>
              <a:buNone/>
            </a:pPr>
            <a:r>
              <a:rPr lang="en-US" sz="2200" dirty="0">
                <a:latin typeface="Arial" panose="020B0604020202020204" pitchFamily="34" charset="0"/>
                <a:cs typeface="Arial" panose="020B0604020202020204" pitchFamily="34" charset="0"/>
              </a:rPr>
              <a:t>In the fast-paced taxi booking sector, </a:t>
            </a:r>
            <a:r>
              <a:rPr lang="en-US" sz="2200" dirty="0" err="1">
                <a:latin typeface="Arial" panose="020B0604020202020204" pitchFamily="34" charset="0"/>
                <a:cs typeface="Arial" panose="020B0604020202020204" pitchFamily="34" charset="0"/>
              </a:rPr>
              <a:t>maximising</a:t>
            </a:r>
            <a:r>
              <a:rPr lang="en-US" sz="2200" dirty="0">
                <a:latin typeface="Arial" panose="020B0604020202020204" pitchFamily="34" charset="0"/>
                <a:cs typeface="Arial" panose="020B0604020202020204" pitchFamily="34" charset="0"/>
              </a:rPr>
              <a:t> revenue is crucial for long-term success and driver satisfaction. </a:t>
            </a:r>
          </a:p>
          <a:p>
            <a:pPr marL="0" indent="0">
              <a:lnSpc>
                <a:spcPct val="110000"/>
              </a:lnSpc>
              <a:buNone/>
            </a:pPr>
            <a:r>
              <a:rPr lang="en-US" sz="2200" dirty="0">
                <a:latin typeface="Arial" panose="020B0604020202020204" pitchFamily="34" charset="0"/>
                <a:cs typeface="Arial" panose="020B0604020202020204" pitchFamily="34" charset="0"/>
              </a:rPr>
              <a:t>Our goal is to use data-driven insight to </a:t>
            </a:r>
            <a:r>
              <a:rPr lang="en-US" sz="2200" dirty="0" err="1">
                <a:latin typeface="Arial" panose="020B0604020202020204" pitchFamily="34" charset="0"/>
                <a:cs typeface="Arial" panose="020B0604020202020204" pitchFamily="34" charset="0"/>
              </a:rPr>
              <a:t>maximise</a:t>
            </a:r>
            <a:r>
              <a:rPr lang="en-US" sz="2200" dirty="0">
                <a:latin typeface="Arial" panose="020B0604020202020204" pitchFamily="34" charset="0"/>
                <a:cs typeface="Arial" panose="020B0604020202020204" pitchFamily="34" charset="0"/>
              </a:rPr>
              <a:t> revenue streams for taxi drivers to meet this need. Our research aims to determine whether payment methods have an impact on fair pricing by focusing on the relationship between </a:t>
            </a:r>
          </a:p>
          <a:p>
            <a:pPr>
              <a:lnSpc>
                <a:spcPct val="110000"/>
              </a:lnSpc>
              <a:buFontTx/>
              <a:buChar char="-"/>
            </a:pPr>
            <a:r>
              <a:rPr lang="en-US" sz="2200" dirty="0">
                <a:latin typeface="Arial" panose="020B0604020202020204" pitchFamily="34" charset="0"/>
                <a:cs typeface="Arial" panose="020B0604020202020204" pitchFamily="34" charset="0"/>
              </a:rPr>
              <a:t>Payment type and fare amount</a:t>
            </a:r>
          </a:p>
          <a:p>
            <a:pPr>
              <a:lnSpc>
                <a:spcPct val="110000"/>
              </a:lnSpc>
              <a:buFontTx/>
              <a:buChar char="-"/>
            </a:pPr>
            <a:r>
              <a:rPr lang="en-US" sz="2200" dirty="0">
                <a:latin typeface="Arial" panose="020B0604020202020204" pitchFamily="34" charset="0"/>
                <a:cs typeface="Arial" panose="020B0604020202020204" pitchFamily="34" charset="0"/>
              </a:rPr>
              <a:t>Fare amount and trip duration (pickup and </a:t>
            </a:r>
            <a:r>
              <a:rPr lang="en-US" sz="2200" dirty="0" err="1">
                <a:latin typeface="Arial" panose="020B0604020202020204" pitchFamily="34" charset="0"/>
                <a:cs typeface="Arial" panose="020B0604020202020204" pitchFamily="34" charset="0"/>
              </a:rPr>
              <a:t>dropoff</a:t>
            </a:r>
            <a:r>
              <a:rPr lang="en-US" sz="2200" dirty="0">
                <a:latin typeface="Arial" panose="020B0604020202020204" pitchFamily="34" charset="0"/>
                <a:cs typeface="Arial" panose="020B0604020202020204" pitchFamily="34" charset="0"/>
              </a:rPr>
              <a:t> time)</a:t>
            </a:r>
            <a:endParaRPr lang="en-US" dirty="0">
              <a:latin typeface="Arial" panose="020B0604020202020204" pitchFamily="34" charset="0"/>
              <a:cs typeface="Arial" panose="020B0604020202020204" pitchFamily="34" charset="0"/>
            </a:endParaRPr>
          </a:p>
          <a:p>
            <a:pPr marL="0" indent="0">
              <a:lnSpc>
                <a:spcPct val="110000"/>
              </a:lnSpc>
              <a:buNone/>
            </a:pPr>
            <a:endParaRPr lang="en-US"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3705719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920F4-8877-A14D-5AD3-4261F56668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8ED6B6-B4F2-D108-3A2D-D016D6830E20}"/>
              </a:ext>
            </a:extLst>
          </p:cNvPr>
          <p:cNvSpPr>
            <a:spLocks noGrp="1"/>
          </p:cNvSpPr>
          <p:nvPr>
            <p:ph type="title"/>
          </p:nvPr>
        </p:nvSpPr>
        <p:spPr>
          <a:xfrm>
            <a:off x="6748272" y="-536448"/>
            <a:ext cx="4663440" cy="1554480"/>
          </a:xfrm>
        </p:spPr>
        <p:txBody>
          <a:bodyPr anchor="b">
            <a:normAutofit/>
          </a:bodyPr>
          <a:lstStyle/>
          <a:p>
            <a:r>
              <a:rPr lang="en-US" sz="3600" dirty="0">
                <a:latin typeface="Arial" panose="020B0604020202020204" pitchFamily="34" charset="0"/>
                <a:cs typeface="Arial" panose="020B0604020202020204" pitchFamily="34" charset="0"/>
              </a:rPr>
              <a:t>Objective</a:t>
            </a:r>
          </a:p>
        </p:txBody>
      </p:sp>
      <p:pic>
        <p:nvPicPr>
          <p:cNvPr id="5" name="Picture 4">
            <a:extLst>
              <a:ext uri="{FF2B5EF4-FFF2-40B4-BE49-F238E27FC236}">
                <a16:creationId xmlns:a16="http://schemas.microsoft.com/office/drawing/2014/main" id="{18E98DEC-490D-B795-D329-7436D9B8E3D7}"/>
              </a:ext>
            </a:extLst>
          </p:cNvPr>
          <p:cNvPicPr>
            <a:picLocks noChangeAspect="1"/>
          </p:cNvPicPr>
          <p:nvPr/>
        </p:nvPicPr>
        <p:blipFill>
          <a:blip r:embed="rId2"/>
          <a:srcRect l="22095" r="27880"/>
          <a:stretch>
            <a:fillRect/>
          </a:stretch>
        </p:blipFill>
        <p:spPr>
          <a:xfrm>
            <a:off x="20" y="10"/>
            <a:ext cx="6099028" cy="6857990"/>
          </a:xfrm>
          <a:prstGeom prst="rect">
            <a:avLst/>
          </a:prstGeom>
          <a:noFill/>
        </p:spPr>
      </p:pic>
      <p:sp>
        <p:nvSpPr>
          <p:cNvPr id="3" name="Content Placeholder 2">
            <a:extLst>
              <a:ext uri="{FF2B5EF4-FFF2-40B4-BE49-F238E27FC236}">
                <a16:creationId xmlns:a16="http://schemas.microsoft.com/office/drawing/2014/main" id="{992D09D5-D682-4A91-AF39-EB9F9C8D7F56}"/>
              </a:ext>
            </a:extLst>
          </p:cNvPr>
          <p:cNvSpPr>
            <a:spLocks noGrp="1"/>
          </p:cNvSpPr>
          <p:nvPr>
            <p:ph sz="quarter" idx="13"/>
          </p:nvPr>
        </p:nvSpPr>
        <p:spPr>
          <a:xfrm>
            <a:off x="6748272" y="1127760"/>
            <a:ext cx="4663440" cy="3337560"/>
          </a:xfrm>
        </p:spPr>
        <p:txBody>
          <a:bodyPr>
            <a:noAutofit/>
          </a:bodyPr>
          <a:lstStyle/>
          <a:p>
            <a:pPr marL="0" indent="0">
              <a:lnSpc>
                <a:spcPct val="110000"/>
              </a:lnSpc>
              <a:buNone/>
            </a:pPr>
            <a:r>
              <a:rPr lang="en-US" dirty="0">
                <a:latin typeface="Arial" panose="020B0604020202020204" pitchFamily="34" charset="0"/>
                <a:cs typeface="Arial" panose="020B0604020202020204" pitchFamily="34" charset="0"/>
              </a:rPr>
              <a:t>This project's main goal is to run an A/B test to examine the relationship between the total fare and the method of payment. We </a:t>
            </a:r>
            <a:r>
              <a:rPr lang="en-US" dirty="0" err="1">
                <a:latin typeface="Arial" panose="020B0604020202020204" pitchFamily="34" charset="0"/>
                <a:cs typeface="Arial" panose="020B0604020202020204" pitchFamily="34" charset="0"/>
              </a:rPr>
              <a:t>utilise</a:t>
            </a:r>
            <a:r>
              <a:rPr lang="en-US" dirty="0">
                <a:latin typeface="Arial" panose="020B0604020202020204" pitchFamily="34" charset="0"/>
                <a:cs typeface="Arial" panose="020B0604020202020204" pitchFamily="34" charset="0"/>
              </a:rPr>
              <a:t> Python's hypothesis testing and descriptive statistics to extract valuable insights that can help taxi drivers increase their revenue. In particular, we want to find out if there is a big difference in the fares for those who pay with credit cards versus those who pay with cash.</a:t>
            </a:r>
          </a:p>
        </p:txBody>
      </p:sp>
    </p:spTree>
    <p:extLst>
      <p:ext uri="{BB962C8B-B14F-4D97-AF65-F5344CB8AC3E}">
        <p14:creationId xmlns:p14="http://schemas.microsoft.com/office/powerpoint/2010/main" val="9150312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1BD87-7F7F-77C6-74EC-DBDFCACB9F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74328F-E781-6300-2982-9469A9FAEDD9}"/>
              </a:ext>
            </a:extLst>
          </p:cNvPr>
          <p:cNvSpPr>
            <a:spLocks noGrp="1"/>
          </p:cNvSpPr>
          <p:nvPr>
            <p:ph type="title"/>
          </p:nvPr>
        </p:nvSpPr>
        <p:spPr>
          <a:xfrm>
            <a:off x="6858000" y="-313944"/>
            <a:ext cx="4663440" cy="1554480"/>
          </a:xfrm>
        </p:spPr>
        <p:txBody>
          <a:bodyPr anchor="b">
            <a:normAutofit/>
          </a:bodyPr>
          <a:lstStyle/>
          <a:p>
            <a:r>
              <a:rPr lang="en-US" sz="3600" dirty="0">
                <a:latin typeface="Arial" panose="020B0604020202020204" pitchFamily="34" charset="0"/>
                <a:cs typeface="Arial" panose="020B0604020202020204" pitchFamily="34" charset="0"/>
              </a:rPr>
              <a:t>Research Question</a:t>
            </a:r>
          </a:p>
        </p:txBody>
      </p:sp>
      <p:pic>
        <p:nvPicPr>
          <p:cNvPr id="5" name="Picture 4">
            <a:extLst>
              <a:ext uri="{FF2B5EF4-FFF2-40B4-BE49-F238E27FC236}">
                <a16:creationId xmlns:a16="http://schemas.microsoft.com/office/drawing/2014/main" id="{9FEF6288-A797-36A4-9AEC-CD972EDDC674}"/>
              </a:ext>
            </a:extLst>
          </p:cNvPr>
          <p:cNvPicPr>
            <a:picLocks noChangeAspect="1"/>
          </p:cNvPicPr>
          <p:nvPr/>
        </p:nvPicPr>
        <p:blipFill>
          <a:blip r:embed="rId2"/>
          <a:srcRect l="14008" r="35967"/>
          <a:stretch>
            <a:fillRect/>
          </a:stretch>
        </p:blipFill>
        <p:spPr>
          <a:xfrm>
            <a:off x="20" y="10"/>
            <a:ext cx="6099028" cy="6857990"/>
          </a:xfrm>
          <a:prstGeom prst="rect">
            <a:avLst/>
          </a:prstGeom>
          <a:noFill/>
        </p:spPr>
      </p:pic>
      <p:sp>
        <p:nvSpPr>
          <p:cNvPr id="3" name="Content Placeholder 2">
            <a:extLst>
              <a:ext uri="{FF2B5EF4-FFF2-40B4-BE49-F238E27FC236}">
                <a16:creationId xmlns:a16="http://schemas.microsoft.com/office/drawing/2014/main" id="{D7F21EB3-6BF9-5E56-5DB9-2A150320EB48}"/>
              </a:ext>
            </a:extLst>
          </p:cNvPr>
          <p:cNvSpPr>
            <a:spLocks noGrp="1"/>
          </p:cNvSpPr>
          <p:nvPr>
            <p:ph sz="quarter" idx="13"/>
          </p:nvPr>
        </p:nvSpPr>
        <p:spPr>
          <a:xfrm>
            <a:off x="6858000" y="1350264"/>
            <a:ext cx="4663440" cy="3337560"/>
          </a:xfrm>
        </p:spPr>
        <p:txBody>
          <a:bodyPr>
            <a:noAutofit/>
          </a:bodyPr>
          <a:lstStyle/>
          <a:p>
            <a:pPr marL="0" indent="0">
              <a:lnSpc>
                <a:spcPct val="110000"/>
              </a:lnSpc>
              <a:buNone/>
            </a:pPr>
            <a:r>
              <a:rPr lang="en-US" b="1" dirty="0">
                <a:latin typeface="Arial" panose="020B0604020202020204" pitchFamily="34" charset="0"/>
                <a:cs typeface="Arial" panose="020B0604020202020204" pitchFamily="34" charset="0"/>
              </a:rPr>
              <a:t>Is there a relationship between total fare amount and payment type?</a:t>
            </a:r>
          </a:p>
          <a:p>
            <a:pPr marL="0" indent="0">
              <a:lnSpc>
                <a:spcPct val="110000"/>
              </a:lnSpc>
              <a:buNone/>
            </a:pPr>
            <a:r>
              <a:rPr lang="en-US" b="1" dirty="0">
                <a:latin typeface="Arial" panose="020B0604020202020204" pitchFamily="34" charset="0"/>
                <a:cs typeface="Arial" panose="020B0604020202020204" pitchFamily="34" charset="0"/>
              </a:rPr>
              <a:t>Is there a relationship between total trip duration and fare amount?</a:t>
            </a:r>
          </a:p>
          <a:p>
            <a:pPr marL="0" indent="0">
              <a:lnSpc>
                <a:spcPct val="110000"/>
              </a:lnSpc>
              <a:buNone/>
            </a:pPr>
            <a:r>
              <a:rPr lang="en-US" dirty="0">
                <a:latin typeface="Arial" panose="020B0604020202020204" pitchFamily="34" charset="0"/>
                <a:cs typeface="Arial" panose="020B0604020202020204" pitchFamily="34" charset="0"/>
              </a:rPr>
              <a:t>Can we move customers towards payment methods that generate higher revenue for drivers, without affecting the CX? </a:t>
            </a:r>
          </a:p>
        </p:txBody>
      </p:sp>
    </p:spTree>
    <p:extLst>
      <p:ext uri="{BB962C8B-B14F-4D97-AF65-F5344CB8AC3E}">
        <p14:creationId xmlns:p14="http://schemas.microsoft.com/office/powerpoint/2010/main" val="3099749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80D98-2B9F-351F-5F56-EFDBBBBD086E}"/>
              </a:ext>
            </a:extLst>
          </p:cNvPr>
          <p:cNvSpPr>
            <a:spLocks noGrp="1"/>
          </p:cNvSpPr>
          <p:nvPr>
            <p:ph type="title"/>
          </p:nvPr>
        </p:nvSpPr>
        <p:spPr>
          <a:xfrm>
            <a:off x="615694" y="-693975"/>
            <a:ext cx="4947713" cy="1527048"/>
          </a:xfrm>
        </p:spPr>
        <p:txBody>
          <a:bodyPr anchor="b">
            <a:normAutofit/>
          </a:bodyPr>
          <a:lstStyle/>
          <a:p>
            <a:r>
              <a:rPr lang="en-US" dirty="0">
                <a:latin typeface="Arial" panose="020B0604020202020204" pitchFamily="34" charset="0"/>
                <a:cs typeface="Arial" panose="020B0604020202020204" pitchFamily="34" charset="0"/>
              </a:rPr>
              <a:t>Data Overview</a:t>
            </a:r>
          </a:p>
        </p:txBody>
      </p:sp>
      <p:sp>
        <p:nvSpPr>
          <p:cNvPr id="3" name="Content Placeholder 2">
            <a:extLst>
              <a:ext uri="{FF2B5EF4-FFF2-40B4-BE49-F238E27FC236}">
                <a16:creationId xmlns:a16="http://schemas.microsoft.com/office/drawing/2014/main" id="{AAEF2F10-C47D-F0E0-6E31-D871D3D59DEB}"/>
              </a:ext>
            </a:extLst>
          </p:cNvPr>
          <p:cNvSpPr>
            <a:spLocks noGrp="1"/>
          </p:cNvSpPr>
          <p:nvPr>
            <p:ph sz="quarter" idx="14"/>
          </p:nvPr>
        </p:nvSpPr>
        <p:spPr>
          <a:xfrm>
            <a:off x="616630" y="1140645"/>
            <a:ext cx="4946777" cy="3029585"/>
          </a:xfrm>
        </p:spPr>
        <p:txBody>
          <a:bodyPr>
            <a:noAutofit/>
          </a:bodyPr>
          <a:lstStyle/>
          <a:p>
            <a:pPr>
              <a:lnSpc>
                <a:spcPct val="110000"/>
              </a:lnSpc>
            </a:pPr>
            <a:r>
              <a:rPr lang="en-US" dirty="0">
                <a:latin typeface="Arial" panose="020B0604020202020204" pitchFamily="34" charset="0"/>
                <a:cs typeface="Arial" panose="020B0604020202020204" pitchFamily="34" charset="0"/>
              </a:rPr>
              <a:t>For this analysis, we utilized the comprehensive dataset of Yellow Taxi Trip records, used data cleaning and feature engineering procedures to concentrate solely on the relevant columns essential for our investigation </a:t>
            </a:r>
          </a:p>
        </p:txBody>
      </p:sp>
      <p:pic>
        <p:nvPicPr>
          <p:cNvPr id="4" name="Picture 3">
            <a:extLst>
              <a:ext uri="{FF2B5EF4-FFF2-40B4-BE49-F238E27FC236}">
                <a16:creationId xmlns:a16="http://schemas.microsoft.com/office/drawing/2014/main" id="{1563E652-F0C7-260C-52C5-444A07FBC40F}"/>
              </a:ext>
            </a:extLst>
          </p:cNvPr>
          <p:cNvPicPr>
            <a:picLocks noChangeAspect="1"/>
          </p:cNvPicPr>
          <p:nvPr/>
        </p:nvPicPr>
        <p:blipFill>
          <a:blip r:embed="rId2"/>
          <a:stretch>
            <a:fillRect/>
          </a:stretch>
        </p:blipFill>
        <p:spPr>
          <a:xfrm>
            <a:off x="1879258" y="4477802"/>
            <a:ext cx="6446520" cy="1982304"/>
          </a:xfrm>
          <a:prstGeom prst="rect">
            <a:avLst/>
          </a:prstGeom>
          <a:noFill/>
        </p:spPr>
      </p:pic>
      <p:sp>
        <p:nvSpPr>
          <p:cNvPr id="5" name="Content Placeholder 2">
            <a:extLst>
              <a:ext uri="{FF2B5EF4-FFF2-40B4-BE49-F238E27FC236}">
                <a16:creationId xmlns:a16="http://schemas.microsoft.com/office/drawing/2014/main" id="{E089F1C8-7A7B-EFC4-A7DF-C1223630B6FE}"/>
              </a:ext>
            </a:extLst>
          </p:cNvPr>
          <p:cNvSpPr txBox="1">
            <a:spLocks/>
          </p:cNvSpPr>
          <p:nvPr/>
        </p:nvSpPr>
        <p:spPr>
          <a:xfrm>
            <a:off x="6067245" y="1140644"/>
            <a:ext cx="4946777" cy="302958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10000"/>
              </a:lnSpc>
            </a:pPr>
            <a:r>
              <a:rPr lang="en-US" dirty="0">
                <a:latin typeface="Arial" panose="020B0604020202020204" pitchFamily="34" charset="0"/>
                <a:cs typeface="Arial" panose="020B0604020202020204" pitchFamily="34" charset="0"/>
              </a:rPr>
              <a:t>Relevant columns used for this research </a:t>
            </a:r>
          </a:p>
          <a:p>
            <a:pPr marL="0" indent="0">
              <a:lnSpc>
                <a:spcPct val="100000"/>
              </a:lnSpc>
              <a:buFont typeface="Arial" panose="020B0604020202020204" pitchFamily="34" charset="0"/>
              <a:buNone/>
            </a:pPr>
            <a:r>
              <a:rPr lang="en-US" dirty="0" err="1">
                <a:latin typeface="Arial" panose="020B0604020202020204" pitchFamily="34" charset="0"/>
                <a:cs typeface="Arial" panose="020B0604020202020204" pitchFamily="34" charset="0"/>
              </a:rPr>
              <a:t>passenger_count</a:t>
            </a:r>
            <a:r>
              <a:rPr lang="en-US" dirty="0">
                <a:latin typeface="Arial" panose="020B0604020202020204" pitchFamily="34" charset="0"/>
                <a:cs typeface="Arial" panose="020B0604020202020204" pitchFamily="34" charset="0"/>
              </a:rPr>
              <a:t> (1 to 5)</a:t>
            </a:r>
          </a:p>
          <a:p>
            <a:pPr marL="0" indent="0">
              <a:lnSpc>
                <a:spcPct val="100000"/>
              </a:lnSpc>
              <a:buFont typeface="Arial" panose="020B0604020202020204" pitchFamily="34" charset="0"/>
              <a:buNone/>
            </a:pPr>
            <a:r>
              <a:rPr lang="en-US" dirty="0" err="1">
                <a:latin typeface="Arial" panose="020B0604020202020204" pitchFamily="34" charset="0"/>
                <a:cs typeface="Arial" panose="020B0604020202020204" pitchFamily="34" charset="0"/>
              </a:rPr>
              <a:t>payment_type</a:t>
            </a:r>
            <a:r>
              <a:rPr lang="en-US" dirty="0">
                <a:latin typeface="Arial" panose="020B0604020202020204" pitchFamily="34" charset="0"/>
                <a:cs typeface="Arial" panose="020B0604020202020204" pitchFamily="34" charset="0"/>
              </a:rPr>
              <a:t> (card and cash)</a:t>
            </a:r>
          </a:p>
          <a:p>
            <a:pPr marL="0" indent="0">
              <a:lnSpc>
                <a:spcPct val="100000"/>
              </a:lnSpc>
              <a:buFont typeface="Arial" panose="020B0604020202020204" pitchFamily="34" charset="0"/>
              <a:buNone/>
            </a:pPr>
            <a:r>
              <a:rPr lang="en-US" dirty="0">
                <a:latin typeface="Arial" panose="020B0604020202020204" pitchFamily="34" charset="0"/>
                <a:cs typeface="Arial" panose="020B0604020202020204" pitchFamily="34" charset="0"/>
              </a:rPr>
              <a:t>fare-amount</a:t>
            </a:r>
          </a:p>
          <a:p>
            <a:pPr marL="0" indent="0">
              <a:lnSpc>
                <a:spcPct val="100000"/>
              </a:lnSpc>
              <a:buFont typeface="Arial" panose="020B0604020202020204" pitchFamily="34" charset="0"/>
              <a:buNone/>
            </a:pPr>
            <a:r>
              <a:rPr lang="en-US" dirty="0">
                <a:latin typeface="Arial" panose="020B0604020202020204" pitchFamily="34" charset="0"/>
                <a:cs typeface="Arial" panose="020B0604020202020204" pitchFamily="34" charset="0"/>
              </a:rPr>
              <a:t>trip-distance </a:t>
            </a:r>
          </a:p>
          <a:p>
            <a:pPr marL="0" indent="0">
              <a:lnSpc>
                <a:spcPct val="100000"/>
              </a:lnSpc>
              <a:buFont typeface="Arial" panose="020B0604020202020204" pitchFamily="34" charset="0"/>
              <a:buNone/>
            </a:pPr>
            <a:r>
              <a:rPr lang="en-US" dirty="0">
                <a:latin typeface="Arial" panose="020B0604020202020204" pitchFamily="34" charset="0"/>
                <a:cs typeface="Arial" panose="020B0604020202020204" pitchFamily="34" charset="0"/>
              </a:rPr>
              <a:t>duration (min)</a:t>
            </a:r>
          </a:p>
        </p:txBody>
      </p:sp>
    </p:spTree>
    <p:extLst>
      <p:ext uri="{BB962C8B-B14F-4D97-AF65-F5344CB8AC3E}">
        <p14:creationId xmlns:p14="http://schemas.microsoft.com/office/powerpoint/2010/main" val="6808216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756C4-E0C9-569D-AE68-57D27B6FC48A}"/>
              </a:ext>
            </a:extLst>
          </p:cNvPr>
          <p:cNvSpPr>
            <a:spLocks noGrp="1"/>
          </p:cNvSpPr>
          <p:nvPr>
            <p:ph type="title"/>
          </p:nvPr>
        </p:nvSpPr>
        <p:spPr>
          <a:xfrm>
            <a:off x="612648" y="548640"/>
            <a:ext cx="10653578" cy="1132258"/>
          </a:xfrm>
        </p:spPr>
        <p:txBody>
          <a:bodyPr anchor="t">
            <a:normAutofit/>
          </a:bodyPr>
          <a:lstStyle/>
          <a:p>
            <a:r>
              <a:rPr lang="en-US" dirty="0">
                <a:latin typeface="Arial" panose="020B0604020202020204" pitchFamily="34" charset="0"/>
                <a:cs typeface="Arial" panose="020B0604020202020204" pitchFamily="34" charset="0"/>
              </a:rPr>
              <a:t>Methodology</a:t>
            </a:r>
          </a:p>
        </p:txBody>
      </p:sp>
      <p:graphicFrame>
        <p:nvGraphicFramePr>
          <p:cNvPr id="4" name="Content Placeholder 3">
            <a:extLst>
              <a:ext uri="{FF2B5EF4-FFF2-40B4-BE49-F238E27FC236}">
                <a16:creationId xmlns:a16="http://schemas.microsoft.com/office/drawing/2014/main" id="{9632CBA5-8D6C-24F7-C933-4A51CDD2ED5F}"/>
              </a:ext>
            </a:extLst>
          </p:cNvPr>
          <p:cNvGraphicFramePr>
            <a:graphicFrameLocks noGrp="1"/>
          </p:cNvGraphicFramePr>
          <p:nvPr>
            <p:ph idx="1"/>
            <p:extLst>
              <p:ext uri="{D42A27DB-BD31-4B8C-83A1-F6EECF244321}">
                <p14:modId xmlns:p14="http://schemas.microsoft.com/office/powerpoint/2010/main" val="4089549312"/>
              </p:ext>
            </p:extLst>
          </p:nvPr>
        </p:nvGraphicFramePr>
        <p:xfrm>
          <a:off x="957654" y="1580495"/>
          <a:ext cx="10248942" cy="4248054"/>
        </p:xfrm>
        <a:graphic>
          <a:graphicData uri="http://schemas.openxmlformats.org/drawingml/2006/table">
            <a:tbl>
              <a:tblPr firstRow="1" bandRow="1">
                <a:tableStyleId>{00A15C55-8517-42AA-B614-E9B94910E393}</a:tableStyleId>
              </a:tblPr>
              <a:tblGrid>
                <a:gridCol w="610672">
                  <a:extLst>
                    <a:ext uri="{9D8B030D-6E8A-4147-A177-3AD203B41FA5}">
                      <a16:colId xmlns:a16="http://schemas.microsoft.com/office/drawing/2014/main" val="1713998215"/>
                    </a:ext>
                  </a:extLst>
                </a:gridCol>
                <a:gridCol w="1779373">
                  <a:extLst>
                    <a:ext uri="{9D8B030D-6E8A-4147-A177-3AD203B41FA5}">
                      <a16:colId xmlns:a16="http://schemas.microsoft.com/office/drawing/2014/main" val="893544561"/>
                    </a:ext>
                  </a:extLst>
                </a:gridCol>
                <a:gridCol w="7858897">
                  <a:extLst>
                    <a:ext uri="{9D8B030D-6E8A-4147-A177-3AD203B41FA5}">
                      <a16:colId xmlns:a16="http://schemas.microsoft.com/office/drawing/2014/main" val="2531911941"/>
                    </a:ext>
                  </a:extLst>
                </a:gridCol>
              </a:tblGrid>
              <a:tr h="378852">
                <a:tc>
                  <a:txBody>
                    <a:bodyPr/>
                    <a:lstStyle/>
                    <a:p>
                      <a:endParaRPr lang="en-US" sz="2000" dirty="0">
                        <a:latin typeface="Arial" panose="020B0604020202020204" pitchFamily="34" charset="0"/>
                        <a:cs typeface="Arial" panose="020B0604020202020204" pitchFamily="34" charset="0"/>
                      </a:endParaRPr>
                    </a:p>
                  </a:txBody>
                  <a:tcPr marL="103331" marR="103331" marT="51666" marB="51666"/>
                </a:tc>
                <a:tc>
                  <a:txBody>
                    <a:bodyPr/>
                    <a:lstStyle/>
                    <a:p>
                      <a:r>
                        <a:rPr lang="en-US" sz="2000" dirty="0">
                          <a:latin typeface="Arial" panose="020B0604020202020204" pitchFamily="34" charset="0"/>
                          <a:cs typeface="Arial" panose="020B0604020202020204" pitchFamily="34" charset="0"/>
                        </a:rPr>
                        <a:t>Step</a:t>
                      </a:r>
                    </a:p>
                  </a:txBody>
                  <a:tcPr marL="103331" marR="103331" marT="51666" marB="51666"/>
                </a:tc>
                <a:tc>
                  <a:txBody>
                    <a:bodyPr/>
                    <a:lstStyle/>
                    <a:p>
                      <a:r>
                        <a:rPr lang="en-US" sz="2000">
                          <a:latin typeface="Arial" panose="020B0604020202020204" pitchFamily="34" charset="0"/>
                          <a:cs typeface="Arial" panose="020B0604020202020204" pitchFamily="34" charset="0"/>
                        </a:rPr>
                        <a:t>Description</a:t>
                      </a:r>
                    </a:p>
                  </a:txBody>
                  <a:tcPr marL="103331" marR="103331" marT="51666" marB="51666"/>
                </a:tc>
                <a:extLst>
                  <a:ext uri="{0D108BD9-81ED-4DB2-BD59-A6C34878D82A}">
                    <a16:rowId xmlns:a16="http://schemas.microsoft.com/office/drawing/2014/main" val="3611370438"/>
                  </a:ext>
                </a:extLst>
              </a:tr>
              <a:tr h="786726">
                <a:tc>
                  <a:txBody>
                    <a:bodyPr/>
                    <a:lstStyle/>
                    <a:p>
                      <a:r>
                        <a:rPr lang="en-US" sz="2000" dirty="0">
                          <a:latin typeface="Arial" panose="020B0604020202020204" pitchFamily="34" charset="0"/>
                          <a:cs typeface="Arial" panose="020B0604020202020204" pitchFamily="34" charset="0"/>
                        </a:rPr>
                        <a:t>1</a:t>
                      </a:r>
                    </a:p>
                  </a:txBody>
                  <a:tcPr marL="103331" marR="103331" marT="51666" marB="51666"/>
                </a:tc>
                <a:tc>
                  <a:txBody>
                    <a:bodyPr/>
                    <a:lstStyle/>
                    <a:p>
                      <a:r>
                        <a:rPr lang="en-US" sz="2000" dirty="0">
                          <a:latin typeface="Arial" panose="020B0604020202020204" pitchFamily="34" charset="0"/>
                          <a:cs typeface="Arial" panose="020B0604020202020204" pitchFamily="34" charset="0"/>
                        </a:rPr>
                        <a:t>Descriptive Analysis</a:t>
                      </a:r>
                    </a:p>
                  </a:txBody>
                  <a:tcPr marL="103331" marR="103331" marT="51666" marB="51666"/>
                </a:tc>
                <a:tc>
                  <a:txBody>
                    <a:bodyPr/>
                    <a:lstStyle/>
                    <a:p>
                      <a:r>
                        <a:rPr lang="en-US" sz="2000" dirty="0">
                          <a:latin typeface="Arial" panose="020B0604020202020204" pitchFamily="34" charset="0"/>
                          <a:cs typeface="Arial" panose="020B0604020202020204" pitchFamily="34" charset="0"/>
                        </a:rPr>
                        <a:t>Performed statistical analysis to summarize key aspects of the data, focusing on fare amount and payment type.</a:t>
                      </a:r>
                    </a:p>
                  </a:txBody>
                  <a:tcPr marL="103331" marR="103331" marT="51666" marB="51666"/>
                </a:tc>
                <a:extLst>
                  <a:ext uri="{0D108BD9-81ED-4DB2-BD59-A6C34878D82A}">
                    <a16:rowId xmlns:a16="http://schemas.microsoft.com/office/drawing/2014/main" val="3183776574"/>
                  </a:ext>
                </a:extLst>
              </a:tr>
              <a:tr h="1012195">
                <a:tc>
                  <a:txBody>
                    <a:bodyPr/>
                    <a:lstStyle/>
                    <a:p>
                      <a:endParaRPr lang="en-US" sz="2000" dirty="0">
                        <a:latin typeface="Arial" panose="020B0604020202020204" pitchFamily="34" charset="0"/>
                        <a:cs typeface="Arial" panose="020B0604020202020204" pitchFamily="34" charset="0"/>
                      </a:endParaRPr>
                    </a:p>
                  </a:txBody>
                  <a:tcPr marL="103331" marR="103331" marT="51666" marB="51666"/>
                </a:tc>
                <a:tc>
                  <a:txBody>
                    <a:bodyPr/>
                    <a:lstStyle/>
                    <a:p>
                      <a:r>
                        <a:rPr lang="en-US" sz="2000" dirty="0">
                          <a:latin typeface="Arial" panose="020B0604020202020204" pitchFamily="34" charset="0"/>
                          <a:cs typeface="Arial" panose="020B0604020202020204" pitchFamily="34" charset="0"/>
                        </a:rPr>
                        <a:t>Hypothesis Testing</a:t>
                      </a:r>
                    </a:p>
                  </a:txBody>
                  <a:tcPr marL="103331" marR="103331" marT="51666" marB="51666"/>
                </a:tc>
                <a:tc>
                  <a:txBody>
                    <a:bodyPr/>
                    <a:lstStyle/>
                    <a:p>
                      <a:r>
                        <a:rPr lang="en-US" sz="2000" dirty="0">
                          <a:latin typeface="Arial" panose="020B0604020202020204" pitchFamily="34" charset="0"/>
                          <a:cs typeface="Arial" panose="020B0604020202020204" pitchFamily="34" charset="0"/>
                        </a:rPr>
                        <a:t>Conducted a T-test to evaluate the relationship between payment type and fare amount, testing hypothesis that different payment methods influence fare amounts. </a:t>
                      </a:r>
                    </a:p>
                  </a:txBody>
                  <a:tcPr marL="103331" marR="103331" marT="51666" marB="51666"/>
                </a:tc>
                <a:extLst>
                  <a:ext uri="{0D108BD9-81ED-4DB2-BD59-A6C34878D82A}">
                    <a16:rowId xmlns:a16="http://schemas.microsoft.com/office/drawing/2014/main" val="12847905"/>
                  </a:ext>
                </a:extLst>
              </a:tr>
              <a:tr h="1012195">
                <a:tc>
                  <a:txBody>
                    <a:bodyPr/>
                    <a:lstStyle/>
                    <a:p>
                      <a:r>
                        <a:rPr lang="en-US" sz="2000" dirty="0">
                          <a:latin typeface="Arial" panose="020B0604020202020204" pitchFamily="34" charset="0"/>
                          <a:cs typeface="Arial" panose="020B0604020202020204" pitchFamily="34" charset="0"/>
                        </a:rPr>
                        <a:t>2</a:t>
                      </a:r>
                    </a:p>
                  </a:txBody>
                  <a:tcPr marL="103331" marR="103331" marT="51666" marB="51666"/>
                </a:tc>
                <a:tc>
                  <a:txBody>
                    <a:bodyPr/>
                    <a:lstStyle/>
                    <a:p>
                      <a:r>
                        <a:rPr lang="en-US" sz="2000" dirty="0">
                          <a:latin typeface="Arial" panose="020B0604020202020204" pitchFamily="34" charset="0"/>
                          <a:cs typeface="Arial" panose="020B0604020202020204" pitchFamily="34" charset="0"/>
                        </a:rPr>
                        <a:t>Regression Analysis</a:t>
                      </a:r>
                    </a:p>
                  </a:txBody>
                  <a:tcPr marL="103331" marR="103331" marT="51666" marB="51666"/>
                </a:tc>
                <a:tc>
                  <a:txBody>
                    <a:bodyPr/>
                    <a:lstStyle/>
                    <a:p>
                      <a:r>
                        <a:rPr lang="en-US" sz="2000" dirty="0">
                          <a:latin typeface="Arial" panose="020B0604020202020204" pitchFamily="34" charset="0"/>
                          <a:cs typeface="Arial" panose="020B0604020202020204" pitchFamily="34" charset="0"/>
                        </a:rPr>
                        <a:t>Implemented linear regression to explore the relationship between trip duration( calculated from pickup and drop-off times) and fare amount. </a:t>
                      </a:r>
                    </a:p>
                  </a:txBody>
                  <a:tcPr marL="103331" marR="103331" marT="51666" marB="51666"/>
                </a:tc>
                <a:extLst>
                  <a:ext uri="{0D108BD9-81ED-4DB2-BD59-A6C34878D82A}">
                    <a16:rowId xmlns:a16="http://schemas.microsoft.com/office/drawing/2014/main" val="1791042852"/>
                  </a:ext>
                </a:extLst>
              </a:tr>
              <a:tr h="1012195">
                <a:tc>
                  <a:txBody>
                    <a:bodyPr/>
                    <a:lstStyle/>
                    <a:p>
                      <a:endParaRPr lang="en-US" sz="2000" dirty="0">
                        <a:latin typeface="Arial" panose="020B0604020202020204" pitchFamily="34" charset="0"/>
                        <a:cs typeface="Arial" panose="020B0604020202020204" pitchFamily="34" charset="0"/>
                      </a:endParaRPr>
                    </a:p>
                  </a:txBody>
                  <a:tcPr marL="103331" marR="103331" marT="51666" marB="51666"/>
                </a:tc>
                <a:tc>
                  <a:txBody>
                    <a:bodyPr/>
                    <a:lstStyle/>
                    <a:p>
                      <a:r>
                        <a:rPr lang="en-US" sz="2000" dirty="0">
                          <a:latin typeface="Arial" panose="020B0604020202020204" pitchFamily="34" charset="0"/>
                          <a:cs typeface="Arial" panose="020B0604020202020204" pitchFamily="34" charset="0"/>
                        </a:rPr>
                        <a:t>Hypothesis Testing</a:t>
                      </a:r>
                    </a:p>
                  </a:txBody>
                  <a:tcPr marL="103331" marR="103331" marT="51666" marB="51666"/>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2000" dirty="0">
                          <a:latin typeface="Arial" panose="020B0604020202020204" pitchFamily="34" charset="0"/>
                          <a:cs typeface="Arial" panose="020B0604020202020204" pitchFamily="34" charset="0"/>
                        </a:rPr>
                        <a:t>Conducted regression analysis to evaluate the relationship between trip duration and fare amount, testing hypothesis that longer the trip duration will have high fare amount. </a:t>
                      </a:r>
                    </a:p>
                  </a:txBody>
                  <a:tcPr marL="103331" marR="103331" marT="51666" marB="51666"/>
                </a:tc>
                <a:extLst>
                  <a:ext uri="{0D108BD9-81ED-4DB2-BD59-A6C34878D82A}">
                    <a16:rowId xmlns:a16="http://schemas.microsoft.com/office/drawing/2014/main" val="2651328546"/>
                  </a:ext>
                </a:extLst>
              </a:tr>
            </a:tbl>
          </a:graphicData>
        </a:graphic>
      </p:graphicFrame>
    </p:spTree>
    <p:extLst>
      <p:ext uri="{BB962C8B-B14F-4D97-AF65-F5344CB8AC3E}">
        <p14:creationId xmlns:p14="http://schemas.microsoft.com/office/powerpoint/2010/main" val="3263723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00-5B49-5DD8-BED0-4D471C9E41BA}"/>
              </a:ext>
            </a:extLst>
          </p:cNvPr>
          <p:cNvSpPr>
            <a:spLocks noGrp="1"/>
          </p:cNvSpPr>
          <p:nvPr>
            <p:ph type="title"/>
          </p:nvPr>
        </p:nvSpPr>
        <p:spPr/>
        <p:txBody>
          <a:bodyPr/>
          <a:lstStyle/>
          <a:p>
            <a:r>
              <a:rPr lang="en-US" dirty="0">
                <a:latin typeface="Arial" panose="020B0604020202020204" pitchFamily="34" charset="0"/>
                <a:cs typeface="Arial" panose="020B0604020202020204" pitchFamily="34" charset="0"/>
              </a:rPr>
              <a:t>Journey Insight</a:t>
            </a:r>
          </a:p>
        </p:txBody>
      </p:sp>
      <p:pic>
        <p:nvPicPr>
          <p:cNvPr id="6" name="Content Placeholder 5">
            <a:extLst>
              <a:ext uri="{FF2B5EF4-FFF2-40B4-BE49-F238E27FC236}">
                <a16:creationId xmlns:a16="http://schemas.microsoft.com/office/drawing/2014/main" id="{BBE8075B-2E61-0D8D-04A4-991B6A19BAEC}"/>
              </a:ext>
            </a:extLst>
          </p:cNvPr>
          <p:cNvPicPr>
            <a:picLocks noGrp="1" noChangeAspect="1"/>
          </p:cNvPicPr>
          <p:nvPr>
            <p:ph idx="1"/>
          </p:nvPr>
        </p:nvPicPr>
        <p:blipFill>
          <a:blip r:embed="rId2"/>
          <a:stretch>
            <a:fillRect/>
          </a:stretch>
        </p:blipFill>
        <p:spPr>
          <a:xfrm>
            <a:off x="7497598" y="3429000"/>
            <a:ext cx="4559300" cy="2057400"/>
          </a:xfrm>
          <a:prstGeom prst="rect">
            <a:avLst/>
          </a:prstGeom>
        </p:spPr>
      </p:pic>
      <p:pic>
        <p:nvPicPr>
          <p:cNvPr id="4" name="Picture 3">
            <a:extLst>
              <a:ext uri="{FF2B5EF4-FFF2-40B4-BE49-F238E27FC236}">
                <a16:creationId xmlns:a16="http://schemas.microsoft.com/office/drawing/2014/main" id="{F60F6C62-1E88-E4D8-F7CD-895953DEB0F9}"/>
              </a:ext>
            </a:extLst>
          </p:cNvPr>
          <p:cNvPicPr>
            <a:picLocks noChangeAspect="1"/>
          </p:cNvPicPr>
          <p:nvPr/>
        </p:nvPicPr>
        <p:blipFill>
          <a:blip r:embed="rId3"/>
          <a:stretch>
            <a:fillRect/>
          </a:stretch>
        </p:blipFill>
        <p:spPr>
          <a:xfrm>
            <a:off x="378371" y="3220760"/>
            <a:ext cx="3653659" cy="2875900"/>
          </a:xfrm>
          <a:prstGeom prst="rect">
            <a:avLst/>
          </a:prstGeom>
        </p:spPr>
      </p:pic>
      <p:pic>
        <p:nvPicPr>
          <p:cNvPr id="5" name="Picture 4">
            <a:extLst>
              <a:ext uri="{FF2B5EF4-FFF2-40B4-BE49-F238E27FC236}">
                <a16:creationId xmlns:a16="http://schemas.microsoft.com/office/drawing/2014/main" id="{27352727-217B-1FDF-3690-DC469B513522}"/>
              </a:ext>
            </a:extLst>
          </p:cNvPr>
          <p:cNvPicPr>
            <a:picLocks noChangeAspect="1"/>
          </p:cNvPicPr>
          <p:nvPr/>
        </p:nvPicPr>
        <p:blipFill>
          <a:blip r:embed="rId4"/>
          <a:stretch>
            <a:fillRect/>
          </a:stretch>
        </p:blipFill>
        <p:spPr>
          <a:xfrm>
            <a:off x="3832115" y="3125185"/>
            <a:ext cx="3733800" cy="3067050"/>
          </a:xfrm>
          <a:prstGeom prst="rect">
            <a:avLst/>
          </a:prstGeom>
        </p:spPr>
      </p:pic>
      <p:sp>
        <p:nvSpPr>
          <p:cNvPr id="9" name="TextBox 8">
            <a:extLst>
              <a:ext uri="{FF2B5EF4-FFF2-40B4-BE49-F238E27FC236}">
                <a16:creationId xmlns:a16="http://schemas.microsoft.com/office/drawing/2014/main" id="{DFC7A3AA-6E3C-FF92-A0D6-70C4B0929252}"/>
              </a:ext>
            </a:extLst>
          </p:cNvPr>
          <p:cNvSpPr txBox="1"/>
          <p:nvPr/>
        </p:nvSpPr>
        <p:spPr>
          <a:xfrm>
            <a:off x="612648" y="1245477"/>
            <a:ext cx="10966704" cy="1600438"/>
          </a:xfrm>
          <a:prstGeom prst="rect">
            <a:avLst/>
          </a:prstGeom>
          <a:noFill/>
        </p:spPr>
        <p:txBody>
          <a:bodyPr wrap="square" rtlCol="0">
            <a:spAutoFit/>
          </a:bodyPr>
          <a:lstStyle/>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Consumers paying with card tend to have higher fare amount and longer trip distance as compared to consumers paying with cash. </a:t>
            </a:r>
          </a:p>
          <a:p>
            <a:pPr marL="285750" indent="-285750">
              <a:buFont typeface="Arial" panose="020B0604020202020204" pitchFamily="34" charset="0"/>
              <a:buChar char="•"/>
            </a:pPr>
            <a:endParaRPr lang="en-US" sz="2000" dirty="0">
              <a:latin typeface="Arial" panose="020B0604020202020204" pitchFamily="34" charset="0"/>
              <a:cs typeface="Arial" panose="020B0604020202020204" pitchFamily="34" charset="0"/>
            </a:endParaRP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This indicates consumers prefer card usage for longer distance and higher fare. </a:t>
            </a:r>
          </a:p>
          <a:p>
            <a:r>
              <a:rPr lang="en-US" dirty="0">
                <a:latin typeface="Arial" panose="020B0604020202020204" pitchFamily="34" charset="0"/>
                <a:cs typeface="Arial" panose="020B0604020202020204" pitchFamily="34" charset="0"/>
              </a:rPr>
              <a:t> </a:t>
            </a:r>
          </a:p>
        </p:txBody>
      </p:sp>
    </p:spTree>
    <p:extLst>
      <p:ext uri="{BB962C8B-B14F-4D97-AF65-F5344CB8AC3E}">
        <p14:creationId xmlns:p14="http://schemas.microsoft.com/office/powerpoint/2010/main" val="1687381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EC1BA3-3A40-64CC-F2CB-C8D45C3C63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9E82B5-B35F-B74F-A2F3-02635273096D}"/>
              </a:ext>
            </a:extLst>
          </p:cNvPr>
          <p:cNvSpPr>
            <a:spLocks noGrp="1"/>
          </p:cNvSpPr>
          <p:nvPr>
            <p:ph type="title"/>
          </p:nvPr>
        </p:nvSpPr>
        <p:spPr>
          <a:xfrm>
            <a:off x="612648" y="583413"/>
            <a:ext cx="4149132" cy="865825"/>
          </a:xfrm>
        </p:spPr>
        <p:txBody>
          <a:bodyPr anchor="b">
            <a:normAutofit/>
          </a:bodyPr>
          <a:lstStyle/>
          <a:p>
            <a:r>
              <a:rPr lang="en-US" sz="3600" dirty="0">
                <a:latin typeface="Arial" panose="020B0604020202020204" pitchFamily="34" charset="0"/>
                <a:cs typeface="Arial" panose="020B0604020202020204" pitchFamily="34" charset="0"/>
              </a:rPr>
              <a:t>Journey Insight</a:t>
            </a:r>
          </a:p>
        </p:txBody>
      </p:sp>
      <p:sp>
        <p:nvSpPr>
          <p:cNvPr id="9" name="Content Placeholder 8">
            <a:extLst>
              <a:ext uri="{FF2B5EF4-FFF2-40B4-BE49-F238E27FC236}">
                <a16:creationId xmlns:a16="http://schemas.microsoft.com/office/drawing/2014/main" id="{9808D408-870D-12E8-12AE-97C309937DC3}"/>
              </a:ext>
            </a:extLst>
          </p:cNvPr>
          <p:cNvSpPr>
            <a:spLocks noGrp="1"/>
          </p:cNvSpPr>
          <p:nvPr>
            <p:ph sz="quarter" idx="14"/>
          </p:nvPr>
        </p:nvSpPr>
        <p:spPr>
          <a:xfrm>
            <a:off x="612775" y="2212975"/>
            <a:ext cx="3401568" cy="4095750"/>
          </a:xfrm>
        </p:spPr>
        <p:txBody>
          <a:bodyPr>
            <a:normAutofit lnSpcReduction="10000"/>
          </a:bodyPr>
          <a:lstStyle/>
          <a:p>
            <a:pPr>
              <a:lnSpc>
                <a:spcPct val="110000"/>
              </a:lnSpc>
            </a:pPr>
            <a:r>
              <a:rPr lang="en-US" dirty="0">
                <a:latin typeface="Arial" panose="020B0604020202020204" pitchFamily="34" charset="0"/>
                <a:cs typeface="Arial" panose="020B0604020202020204" pitchFamily="34" charset="0"/>
              </a:rPr>
              <a:t>The proportion of consumers paying with card is significantly higher i.e. 65% as compared to paying with cash i.e. 40%. </a:t>
            </a:r>
          </a:p>
          <a:p>
            <a:pPr>
              <a:lnSpc>
                <a:spcPct val="110000"/>
              </a:lnSpc>
            </a:pPr>
            <a:r>
              <a:rPr lang="en-US" dirty="0">
                <a:latin typeface="Arial" panose="020B0604020202020204" pitchFamily="34" charset="0"/>
                <a:cs typeface="Arial" panose="020B0604020202020204" pitchFamily="34" charset="0"/>
              </a:rPr>
              <a:t>This indicated consumers prefer card over cash due to use now pay later payment mode, incentivize card payment with some cashback and discounts. </a:t>
            </a:r>
          </a:p>
          <a:p>
            <a:pPr>
              <a:lnSpc>
                <a:spcPct val="110000"/>
              </a:lnSpc>
            </a:pPr>
            <a:endParaRPr lang="en-US" sz="1900" dirty="0">
              <a:latin typeface="Arial" panose="020B0604020202020204" pitchFamily="34" charset="0"/>
              <a:cs typeface="Arial" panose="020B0604020202020204" pitchFamily="34" charset="0"/>
            </a:endParaRPr>
          </a:p>
        </p:txBody>
      </p:sp>
      <p:pic>
        <p:nvPicPr>
          <p:cNvPr id="7" name="Picture 6">
            <a:extLst>
              <a:ext uri="{FF2B5EF4-FFF2-40B4-BE49-F238E27FC236}">
                <a16:creationId xmlns:a16="http://schemas.microsoft.com/office/drawing/2014/main" id="{6421D450-A0FF-49FB-F439-B7B48D18AD53}"/>
              </a:ext>
            </a:extLst>
          </p:cNvPr>
          <p:cNvPicPr>
            <a:picLocks noChangeAspect="1"/>
          </p:cNvPicPr>
          <p:nvPr/>
        </p:nvPicPr>
        <p:blipFill>
          <a:blip r:embed="rId2"/>
          <a:stretch>
            <a:fillRect/>
          </a:stretch>
        </p:blipFill>
        <p:spPr>
          <a:xfrm>
            <a:off x="4761780" y="299021"/>
            <a:ext cx="7430219" cy="6259958"/>
          </a:xfrm>
          <a:prstGeom prst="rect">
            <a:avLst/>
          </a:prstGeom>
          <a:noFill/>
        </p:spPr>
      </p:pic>
    </p:spTree>
    <p:extLst>
      <p:ext uri="{BB962C8B-B14F-4D97-AF65-F5344CB8AC3E}">
        <p14:creationId xmlns:p14="http://schemas.microsoft.com/office/powerpoint/2010/main" val="10096281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D60114-3C7F-BD01-1669-064078F02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9F1895-0982-DBB1-C781-8E824A542212}"/>
              </a:ext>
            </a:extLst>
          </p:cNvPr>
          <p:cNvSpPr>
            <a:spLocks noGrp="1"/>
          </p:cNvSpPr>
          <p:nvPr>
            <p:ph type="title"/>
          </p:nvPr>
        </p:nvSpPr>
        <p:spPr>
          <a:xfrm>
            <a:off x="612647" y="320040"/>
            <a:ext cx="6305737" cy="932688"/>
          </a:xfrm>
        </p:spPr>
        <p:txBody>
          <a:bodyPr anchor="b">
            <a:noAutofit/>
          </a:bodyPr>
          <a:lstStyle/>
          <a:p>
            <a:r>
              <a:rPr lang="en-US" sz="3600" dirty="0">
                <a:latin typeface="Arial" panose="020B0604020202020204" pitchFamily="34" charset="0"/>
                <a:cs typeface="Arial" panose="020B0604020202020204" pitchFamily="34" charset="0"/>
              </a:rPr>
              <a:t>Passenger count analysis </a:t>
            </a:r>
          </a:p>
        </p:txBody>
      </p:sp>
      <p:sp>
        <p:nvSpPr>
          <p:cNvPr id="9" name="Content Placeholder 8">
            <a:extLst>
              <a:ext uri="{FF2B5EF4-FFF2-40B4-BE49-F238E27FC236}">
                <a16:creationId xmlns:a16="http://schemas.microsoft.com/office/drawing/2014/main" id="{218841F5-27D7-C054-A542-89AFDFA436DD}"/>
              </a:ext>
            </a:extLst>
          </p:cNvPr>
          <p:cNvSpPr>
            <a:spLocks noGrp="1"/>
          </p:cNvSpPr>
          <p:nvPr>
            <p:ph sz="quarter" idx="14"/>
          </p:nvPr>
        </p:nvSpPr>
        <p:spPr>
          <a:xfrm>
            <a:off x="612773" y="1380744"/>
            <a:ext cx="5977807" cy="3947160"/>
          </a:xfrm>
        </p:spPr>
        <p:txBody>
          <a:bodyPr>
            <a:noAutofit/>
          </a:bodyPr>
          <a:lstStyle/>
          <a:p>
            <a:pPr>
              <a:lnSpc>
                <a:spcPct val="110000"/>
              </a:lnSpc>
            </a:pPr>
            <a:r>
              <a:rPr lang="en-US" dirty="0">
                <a:latin typeface="Arial" panose="020B0604020202020204" pitchFamily="34" charset="0"/>
                <a:cs typeface="Arial" panose="020B0604020202020204" pitchFamily="34" charset="0"/>
              </a:rPr>
              <a:t>Consumers tend to use card more when they travel alone as compared to cash. </a:t>
            </a:r>
          </a:p>
          <a:p>
            <a:pPr>
              <a:lnSpc>
                <a:spcPct val="110000"/>
              </a:lnSpc>
            </a:pPr>
            <a:r>
              <a:rPr lang="en-US" dirty="0">
                <a:latin typeface="Arial" panose="020B0604020202020204" pitchFamily="34" charset="0"/>
                <a:cs typeface="Arial" panose="020B0604020202020204" pitchFamily="34" charset="0"/>
              </a:rPr>
              <a:t>Cash payment helps when the consumers are travelling in group for pay now then later</a:t>
            </a:r>
          </a:p>
          <a:p>
            <a:pPr>
              <a:lnSpc>
                <a:spcPct val="110000"/>
              </a:lnSpc>
            </a:pPr>
            <a:r>
              <a:rPr lang="en-US" dirty="0">
                <a:latin typeface="Arial" panose="020B0604020202020204" pitchFamily="34" charset="0"/>
                <a:cs typeface="Arial" panose="020B0604020202020204" pitchFamily="34" charset="0"/>
              </a:rPr>
              <a:t>There is a noticeable decline in the proportion of transactions as the number of passengers increases, this indicates that either larger groups are using less taxi rides or they are using some alternative payment methods other than card and cash </a:t>
            </a:r>
          </a:p>
          <a:p>
            <a:pPr>
              <a:lnSpc>
                <a:spcPct val="110000"/>
              </a:lnSpc>
            </a:pPr>
            <a:r>
              <a:rPr lang="en-US" dirty="0">
                <a:latin typeface="Arial" panose="020B0604020202020204" pitchFamily="34" charset="0"/>
                <a:cs typeface="Arial" panose="020B0604020202020204" pitchFamily="34" charset="0"/>
              </a:rPr>
              <a:t>This insight provide valuable information if both passenger count and payment type is considered when analysing transaction data as they provide insights into consumers behavior and preference.</a:t>
            </a:r>
          </a:p>
        </p:txBody>
      </p:sp>
      <p:pic>
        <p:nvPicPr>
          <p:cNvPr id="4" name="Picture 3">
            <a:extLst>
              <a:ext uri="{FF2B5EF4-FFF2-40B4-BE49-F238E27FC236}">
                <a16:creationId xmlns:a16="http://schemas.microsoft.com/office/drawing/2014/main" id="{B6FCFC10-59DC-5D9D-CBFF-7373F287732C}"/>
              </a:ext>
            </a:extLst>
          </p:cNvPr>
          <p:cNvPicPr>
            <a:picLocks noChangeAspect="1"/>
          </p:cNvPicPr>
          <p:nvPr/>
        </p:nvPicPr>
        <p:blipFill>
          <a:blip r:embed="rId2"/>
          <a:stretch>
            <a:fillRect/>
          </a:stretch>
        </p:blipFill>
        <p:spPr>
          <a:xfrm>
            <a:off x="6711351" y="1272217"/>
            <a:ext cx="5480648" cy="4313566"/>
          </a:xfrm>
          <a:prstGeom prst="rect">
            <a:avLst/>
          </a:prstGeom>
          <a:noFill/>
        </p:spPr>
      </p:pic>
    </p:spTree>
    <p:extLst>
      <p:ext uri="{BB962C8B-B14F-4D97-AF65-F5344CB8AC3E}">
        <p14:creationId xmlns:p14="http://schemas.microsoft.com/office/powerpoint/2010/main" val="7136593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35E30-8C4E-137F-A0CA-6BABD3FC4905}"/>
              </a:ext>
            </a:extLst>
          </p:cNvPr>
          <p:cNvSpPr>
            <a:spLocks noGrp="1"/>
          </p:cNvSpPr>
          <p:nvPr>
            <p:ph type="ctrTitle"/>
          </p:nvPr>
        </p:nvSpPr>
        <p:spPr>
          <a:xfrm>
            <a:off x="711200" y="3429000"/>
            <a:ext cx="10947400" cy="2621154"/>
          </a:xfrm>
        </p:spPr>
        <p:txBody>
          <a:bodyPr>
            <a:normAutofit fontScale="90000"/>
          </a:bodyPr>
          <a:lstStyle/>
          <a:p>
            <a:pPr marL="0" indent="0">
              <a:lnSpc>
                <a:spcPct val="110000"/>
              </a:lnSpc>
            </a:pPr>
            <a:br>
              <a:rPr lang="en-US" dirty="0">
                <a:latin typeface="Arial" panose="020B0604020202020204" pitchFamily="34" charset="0"/>
                <a:cs typeface="Arial" panose="020B0604020202020204" pitchFamily="34" charset="0"/>
              </a:rPr>
            </a:br>
            <a:r>
              <a:rPr lang="en-US" dirty="0">
                <a:latin typeface="Arial" panose="020B0604020202020204" pitchFamily="34" charset="0"/>
                <a:cs typeface="Arial" panose="020B0604020202020204" pitchFamily="34" charset="0"/>
              </a:rPr>
              <a:t>Is there a relationship between total trip duration and fare amount?</a:t>
            </a:r>
            <a:br>
              <a:rPr lang="en-US" dirty="0">
                <a:latin typeface="Arial" panose="020B0604020202020204" pitchFamily="34" charset="0"/>
                <a:cs typeface="Arial" panose="020B0604020202020204" pitchFamily="34" charset="0"/>
              </a:rPr>
            </a:br>
            <a:endParaRPr lang="en-US" dirty="0"/>
          </a:p>
        </p:txBody>
      </p:sp>
    </p:spTree>
    <p:extLst>
      <p:ext uri="{BB962C8B-B14F-4D97-AF65-F5344CB8AC3E}">
        <p14:creationId xmlns:p14="http://schemas.microsoft.com/office/powerpoint/2010/main" val="1072311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B3A63-16A3-8132-1C5E-03775A97B621}"/>
              </a:ext>
            </a:extLst>
          </p:cNvPr>
          <p:cNvSpPr>
            <a:spLocks noGrp="1"/>
          </p:cNvSpPr>
          <p:nvPr>
            <p:ph type="title"/>
          </p:nvPr>
        </p:nvSpPr>
        <p:spPr>
          <a:xfrm>
            <a:off x="612775" y="-89687"/>
            <a:ext cx="4860924" cy="1527048"/>
          </a:xfrm>
        </p:spPr>
        <p:txBody>
          <a:bodyPr anchor="b">
            <a:normAutofit/>
          </a:bodyPr>
          <a:lstStyle/>
          <a:p>
            <a:r>
              <a:rPr lang="en-US" dirty="0">
                <a:latin typeface="Arial" panose="020B0604020202020204" pitchFamily="34" charset="0"/>
                <a:cs typeface="Arial" panose="020B0604020202020204" pitchFamily="34" charset="0"/>
              </a:rPr>
              <a:t>Hypothesis Testing</a:t>
            </a:r>
          </a:p>
        </p:txBody>
      </p:sp>
      <p:sp>
        <p:nvSpPr>
          <p:cNvPr id="3" name="Content Placeholder 2">
            <a:extLst>
              <a:ext uri="{FF2B5EF4-FFF2-40B4-BE49-F238E27FC236}">
                <a16:creationId xmlns:a16="http://schemas.microsoft.com/office/drawing/2014/main" id="{926D3F99-1A3F-3584-165D-544484A1AC37}"/>
              </a:ext>
            </a:extLst>
          </p:cNvPr>
          <p:cNvSpPr>
            <a:spLocks noGrp="1"/>
          </p:cNvSpPr>
          <p:nvPr>
            <p:ph sz="quarter" idx="14"/>
          </p:nvPr>
        </p:nvSpPr>
        <p:spPr>
          <a:xfrm>
            <a:off x="612774" y="1590675"/>
            <a:ext cx="5483226" cy="4584838"/>
          </a:xfrm>
        </p:spPr>
        <p:txBody>
          <a:bodyPr>
            <a:normAutofit fontScale="47500" lnSpcReduction="20000"/>
          </a:bodyPr>
          <a:lstStyle/>
          <a:p>
            <a:pPr marL="0" indent="0">
              <a:buNone/>
            </a:pPr>
            <a:r>
              <a:rPr lang="en-US" sz="4200" b="1" dirty="0">
                <a:latin typeface="Arial" panose="020B0604020202020204" pitchFamily="34" charset="0"/>
                <a:cs typeface="Arial" panose="020B0604020202020204" pitchFamily="34" charset="0"/>
              </a:rPr>
              <a:t>Null Hypothesis: </a:t>
            </a:r>
            <a:r>
              <a:rPr lang="en-US" sz="4200" dirty="0">
                <a:latin typeface="Arial" panose="020B0604020202020204" pitchFamily="34" charset="0"/>
                <a:cs typeface="Arial" panose="020B0604020202020204" pitchFamily="34" charset="0"/>
              </a:rPr>
              <a:t>There</a:t>
            </a:r>
            <a:r>
              <a:rPr lang="en-US" sz="4200" b="1" dirty="0">
                <a:latin typeface="Arial" panose="020B0604020202020204" pitchFamily="34" charset="0"/>
                <a:cs typeface="Arial" panose="020B0604020202020204" pitchFamily="34" charset="0"/>
              </a:rPr>
              <a:t> </a:t>
            </a:r>
            <a:r>
              <a:rPr lang="en-US" sz="4200" dirty="0">
                <a:latin typeface="Arial" panose="020B0604020202020204" pitchFamily="34" charset="0"/>
                <a:cs typeface="Arial" panose="020B0604020202020204" pitchFamily="34" charset="0"/>
              </a:rPr>
              <a:t>is no difference in the average fare between customers who pay with a credit card or cash</a:t>
            </a:r>
          </a:p>
          <a:p>
            <a:pPr marL="0" indent="0">
              <a:buNone/>
            </a:pPr>
            <a:r>
              <a:rPr lang="en-US" sz="4200" b="1" dirty="0">
                <a:latin typeface="Arial" panose="020B0604020202020204" pitchFamily="34" charset="0"/>
                <a:cs typeface="Arial" panose="020B0604020202020204" pitchFamily="34" charset="0"/>
              </a:rPr>
              <a:t>Alternative Hypothesis: </a:t>
            </a:r>
            <a:r>
              <a:rPr lang="en-US" sz="4200" dirty="0">
                <a:latin typeface="Arial" panose="020B0604020202020204" pitchFamily="34" charset="0"/>
                <a:cs typeface="Arial" panose="020B0604020202020204" pitchFamily="34" charset="0"/>
              </a:rPr>
              <a:t>There is a difference in the average fare between customers who pay with a credit card or cash</a:t>
            </a:r>
          </a:p>
          <a:p>
            <a:pPr marL="0" indent="0">
              <a:buNone/>
            </a:pPr>
            <a:r>
              <a:rPr lang="en-US" sz="4200" dirty="0">
                <a:latin typeface="Arial" panose="020B0604020202020204" pitchFamily="34" charset="0"/>
                <a:cs typeface="Arial" panose="020B0604020202020204" pitchFamily="34" charset="0"/>
              </a:rPr>
              <a:t>With a T-statistics of 240.98 and a P-value of less than 0.05, we reject null hypothesis, suggesting there is indeed a significant difference in average fare between the two payment methods. </a:t>
            </a:r>
          </a:p>
          <a:p>
            <a:pPr marL="0" indent="0">
              <a:buNone/>
            </a:pPr>
            <a:r>
              <a:rPr lang="en-US" altLang="en-US" sz="4200" dirty="0">
                <a:solidFill>
                  <a:srgbClr val="000000"/>
                </a:solidFill>
                <a:latin typeface="Arial" panose="020B0604020202020204" pitchFamily="34" charset="0"/>
              </a:rPr>
              <a:t>In other words, </a:t>
            </a:r>
            <a:r>
              <a:rPr lang="en-US" altLang="en-US" sz="4200" b="1" dirty="0">
                <a:solidFill>
                  <a:srgbClr val="000000"/>
                </a:solidFill>
                <a:latin typeface="Arial" panose="020B0604020202020204" pitchFamily="34" charset="0"/>
              </a:rPr>
              <a:t>as fare amount increases, consumers prefer to pay through card. </a:t>
            </a:r>
            <a:endParaRPr lang="en-US" sz="4200" dirty="0">
              <a:latin typeface="Arial" panose="020B0604020202020204" pitchFamily="34" charset="0"/>
              <a:cs typeface="Arial" panose="020B0604020202020204" pitchFamily="34" charset="0"/>
            </a:endParaRPr>
          </a:p>
          <a:p>
            <a:pPr marL="0" indent="0">
              <a:buNone/>
            </a:pPr>
            <a:endParaRPr lang="en-US" sz="3200" dirty="0">
              <a:latin typeface="Arial" panose="020B0604020202020204" pitchFamily="34" charset="0"/>
              <a:cs typeface="Arial" panose="020B0604020202020204" pitchFamily="34" charset="0"/>
            </a:endParaRPr>
          </a:p>
          <a:p>
            <a:pPr marL="0" indent="0">
              <a:buNone/>
            </a:pPr>
            <a:endParaRPr lang="en-US"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9F167348-6ECB-FB28-CAED-B24919DB417C}"/>
              </a:ext>
            </a:extLst>
          </p:cNvPr>
          <p:cNvPicPr>
            <a:picLocks noChangeAspect="1"/>
          </p:cNvPicPr>
          <p:nvPr/>
        </p:nvPicPr>
        <p:blipFill>
          <a:blip r:embed="rId2"/>
          <a:srcRect l="12583" r="34542"/>
          <a:stretch>
            <a:fillRect/>
          </a:stretch>
        </p:blipFill>
        <p:spPr>
          <a:xfrm>
            <a:off x="6546574" y="10"/>
            <a:ext cx="5645426" cy="6857990"/>
          </a:xfrm>
          <a:prstGeom prst="rect">
            <a:avLst/>
          </a:prstGeom>
          <a:noFill/>
        </p:spPr>
      </p:pic>
    </p:spTree>
    <p:extLst>
      <p:ext uri="{BB962C8B-B14F-4D97-AF65-F5344CB8AC3E}">
        <p14:creationId xmlns:p14="http://schemas.microsoft.com/office/powerpoint/2010/main" val="20108191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8698A6-6273-B56A-CFE2-5C68A5390A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F437B4-5E7E-715A-F193-53D16AE99CE3}"/>
              </a:ext>
            </a:extLst>
          </p:cNvPr>
          <p:cNvSpPr>
            <a:spLocks noGrp="1"/>
          </p:cNvSpPr>
          <p:nvPr>
            <p:ph type="ctrTitle"/>
          </p:nvPr>
        </p:nvSpPr>
        <p:spPr>
          <a:xfrm>
            <a:off x="863600" y="4010702"/>
            <a:ext cx="10591800" cy="2621154"/>
          </a:xfrm>
        </p:spPr>
        <p:txBody>
          <a:bodyPr>
            <a:normAutofit fontScale="90000"/>
          </a:bodyPr>
          <a:lstStyle/>
          <a:p>
            <a:pPr marL="0" indent="0">
              <a:lnSpc>
                <a:spcPct val="110000"/>
              </a:lnSpc>
            </a:pPr>
            <a:r>
              <a:rPr lang="en-US" dirty="0">
                <a:latin typeface="Arial" panose="020B0604020202020204" pitchFamily="34" charset="0"/>
                <a:cs typeface="Arial" panose="020B0604020202020204" pitchFamily="34" charset="0"/>
              </a:rPr>
              <a:t>Is there a relationship between total fare amount and payment type?</a:t>
            </a:r>
            <a:br>
              <a:rPr lang="en-US" dirty="0">
                <a:latin typeface="Arial" panose="020B0604020202020204" pitchFamily="34" charset="0"/>
                <a:cs typeface="Arial" panose="020B0604020202020204" pitchFamily="34" charset="0"/>
              </a:rPr>
            </a:br>
            <a:endParaRPr lang="en-US" dirty="0"/>
          </a:p>
        </p:txBody>
      </p:sp>
    </p:spTree>
    <p:extLst>
      <p:ext uri="{BB962C8B-B14F-4D97-AF65-F5344CB8AC3E}">
        <p14:creationId xmlns:p14="http://schemas.microsoft.com/office/powerpoint/2010/main" val="3290401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944E46-5A0C-A4D5-0ED9-EF5F5A3AED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E5087A3-9BC7-1185-8692-10B946032882}"/>
              </a:ext>
            </a:extLst>
          </p:cNvPr>
          <p:cNvSpPr>
            <a:spLocks noGrp="1"/>
          </p:cNvSpPr>
          <p:nvPr>
            <p:ph type="title"/>
          </p:nvPr>
        </p:nvSpPr>
        <p:spPr>
          <a:xfrm>
            <a:off x="574548" y="-355600"/>
            <a:ext cx="5521452" cy="1527048"/>
          </a:xfrm>
        </p:spPr>
        <p:txBody>
          <a:bodyPr anchor="b">
            <a:normAutofit/>
          </a:bodyPr>
          <a:lstStyle/>
          <a:p>
            <a:r>
              <a:rPr lang="en-US" dirty="0">
                <a:latin typeface="Arial" panose="020B0604020202020204" pitchFamily="34" charset="0"/>
                <a:cs typeface="Arial" panose="020B0604020202020204" pitchFamily="34" charset="0"/>
              </a:rPr>
              <a:t>Hypothesis Testing</a:t>
            </a:r>
          </a:p>
        </p:txBody>
      </p:sp>
      <p:sp>
        <p:nvSpPr>
          <p:cNvPr id="3" name="Content Placeholder 2">
            <a:extLst>
              <a:ext uri="{FF2B5EF4-FFF2-40B4-BE49-F238E27FC236}">
                <a16:creationId xmlns:a16="http://schemas.microsoft.com/office/drawing/2014/main" id="{72B0AE2D-4F90-CAA1-1E8C-3981CF920251}"/>
              </a:ext>
            </a:extLst>
          </p:cNvPr>
          <p:cNvSpPr>
            <a:spLocks noGrp="1"/>
          </p:cNvSpPr>
          <p:nvPr>
            <p:ph sz="quarter" idx="14"/>
          </p:nvPr>
        </p:nvSpPr>
        <p:spPr>
          <a:xfrm>
            <a:off x="701547" y="1616075"/>
            <a:ext cx="5521452" cy="4095750"/>
          </a:xfrm>
        </p:spPr>
        <p:txBody>
          <a:bodyPr>
            <a:noAutofit/>
          </a:bodyPr>
          <a:lstStyle/>
          <a:p>
            <a:pPr marL="0" indent="0">
              <a:buNone/>
            </a:pPr>
            <a:r>
              <a:rPr lang="en-US" b="1" dirty="0">
                <a:latin typeface="Arial" panose="020B0604020202020204" pitchFamily="34" charset="0"/>
                <a:cs typeface="Arial" panose="020B0604020202020204" pitchFamily="34" charset="0"/>
              </a:rPr>
              <a:t>Null Hypothesis: </a:t>
            </a:r>
            <a:r>
              <a:rPr lang="en-US" dirty="0">
                <a:latin typeface="Arial" panose="020B0604020202020204" pitchFamily="34" charset="0"/>
                <a:cs typeface="Arial" panose="020B0604020202020204" pitchFamily="34" charset="0"/>
              </a:rPr>
              <a:t>There</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no difference in the fare amount and the trip distance.</a:t>
            </a:r>
          </a:p>
          <a:p>
            <a:pPr marL="0" indent="0">
              <a:buNone/>
            </a:pPr>
            <a:r>
              <a:rPr lang="en-US" b="1" dirty="0">
                <a:latin typeface="Arial" panose="020B0604020202020204" pitchFamily="34" charset="0"/>
                <a:cs typeface="Arial" panose="020B0604020202020204" pitchFamily="34" charset="0"/>
              </a:rPr>
              <a:t>Alternative Hypothesis: </a:t>
            </a:r>
            <a:r>
              <a:rPr lang="en-US" dirty="0">
                <a:latin typeface="Arial" panose="020B0604020202020204" pitchFamily="34" charset="0"/>
                <a:cs typeface="Arial" panose="020B0604020202020204" pitchFamily="34" charset="0"/>
              </a:rPr>
              <a:t>There</a:t>
            </a:r>
            <a:r>
              <a:rPr lang="en-US" b="1" dirty="0">
                <a:latin typeface="Arial" panose="020B0604020202020204" pitchFamily="34" charset="0"/>
                <a:cs typeface="Arial" panose="020B0604020202020204" pitchFamily="34" charset="0"/>
              </a:rPr>
              <a:t> </a:t>
            </a:r>
            <a:r>
              <a:rPr lang="en-US" dirty="0">
                <a:latin typeface="Arial" panose="020B0604020202020204" pitchFamily="34" charset="0"/>
                <a:cs typeface="Arial" panose="020B0604020202020204" pitchFamily="34" charset="0"/>
              </a:rPr>
              <a:t>is a difference in the fare amount and the trip distance.</a:t>
            </a:r>
          </a:p>
          <a:p>
            <a:pPr marL="0" lvl="0" indent="0" eaLnBrk="0" fontAlgn="base" hangingPunct="0">
              <a:lnSpc>
                <a:spcPct val="100000"/>
              </a:lnSpc>
              <a:spcBef>
                <a:spcPct val="0"/>
              </a:spcBef>
              <a:spcAft>
                <a:spcPct val="0"/>
              </a:spcAft>
              <a:buNone/>
            </a:pPr>
            <a:endParaRPr lang="en-US" altLang="en-US" dirty="0">
              <a:solidFill>
                <a:srgbClr val="000000"/>
              </a:solidFill>
              <a:latin typeface="Arial" panose="020B0604020202020204" pitchFamily="34" charset="0"/>
              <a:cs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000000"/>
                </a:solidFill>
                <a:latin typeface="Arial" panose="020B0604020202020204" pitchFamily="34" charset="0"/>
                <a:cs typeface="Arial" panose="020B0604020202020204" pitchFamily="34" charset="0"/>
              </a:rPr>
              <a:t>Based on the regression results (p-value = 0.000 &lt; 0.05), the null hypothesis is rejected.</a:t>
            </a:r>
            <a:br>
              <a:rPr lang="en-US" altLang="en-US" dirty="0">
                <a:latin typeface="Arial" panose="020B0604020202020204" pitchFamily="34" charset="0"/>
                <a:cs typeface="Arial" panose="020B0604020202020204" pitchFamily="34" charset="0"/>
              </a:rPr>
            </a:br>
            <a:r>
              <a:rPr lang="en-US" altLang="en-US" dirty="0">
                <a:solidFill>
                  <a:srgbClr val="000000"/>
                </a:solidFill>
                <a:latin typeface="Arial" panose="020B0604020202020204" pitchFamily="34" charset="0"/>
                <a:cs typeface="Arial" panose="020B0604020202020204" pitchFamily="34" charset="0"/>
              </a:rPr>
              <a:t>Therefore, it is concluded that </a:t>
            </a:r>
            <a:r>
              <a:rPr lang="en-US" altLang="en-US" b="1" dirty="0">
                <a:solidFill>
                  <a:srgbClr val="000000"/>
                </a:solidFill>
                <a:latin typeface="Arial" panose="020B0604020202020204" pitchFamily="34" charset="0"/>
                <a:cs typeface="Arial" panose="020B0604020202020204" pitchFamily="34" charset="0"/>
              </a:rPr>
              <a:t>trip distance has a statistically significant positive impact on fare amount. </a:t>
            </a:r>
          </a:p>
          <a:p>
            <a:pPr marL="0" lvl="0" indent="0" eaLnBrk="0" fontAlgn="base" hangingPunct="0">
              <a:lnSpc>
                <a:spcPct val="100000"/>
              </a:lnSpc>
              <a:spcBef>
                <a:spcPct val="0"/>
              </a:spcBef>
              <a:spcAft>
                <a:spcPct val="0"/>
              </a:spcAft>
              <a:buFontTx/>
              <a:buChar char="•"/>
            </a:pPr>
            <a:endParaRPr lang="en-US" altLang="en-US" b="1" dirty="0">
              <a:solidFill>
                <a:srgbClr val="000000"/>
              </a:solidFill>
              <a:latin typeface="Arial" panose="020B0604020202020204" pitchFamily="34" charset="0"/>
              <a:cs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000000"/>
                </a:solidFill>
                <a:latin typeface="Arial" panose="020B0604020202020204" pitchFamily="34" charset="0"/>
              </a:rPr>
              <a:t>In other words, </a:t>
            </a:r>
            <a:r>
              <a:rPr lang="en-US" altLang="en-US" b="1" dirty="0">
                <a:solidFill>
                  <a:srgbClr val="000000"/>
                </a:solidFill>
                <a:latin typeface="Arial" panose="020B0604020202020204" pitchFamily="34" charset="0"/>
              </a:rPr>
              <a:t>as trip distance increases, fare amount also increases</a:t>
            </a:r>
            <a:endParaRPr lang="en-US" altLang="en-US" b="1" dirty="0">
              <a:solidFill>
                <a:srgbClr val="000000"/>
              </a:solidFill>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D515FC8A-D1F6-1952-F44C-98ACEBC394A1}"/>
              </a:ext>
            </a:extLst>
          </p:cNvPr>
          <p:cNvPicPr>
            <a:picLocks noChangeAspect="1"/>
          </p:cNvPicPr>
          <p:nvPr/>
        </p:nvPicPr>
        <p:blipFill>
          <a:blip r:embed="rId2"/>
          <a:srcRect l="12583" r="34542"/>
          <a:stretch>
            <a:fillRect/>
          </a:stretch>
        </p:blipFill>
        <p:spPr>
          <a:xfrm>
            <a:off x="6540500" y="10"/>
            <a:ext cx="5651500" cy="6857990"/>
          </a:xfrm>
          <a:prstGeom prst="rect">
            <a:avLst/>
          </a:prstGeom>
          <a:noFill/>
        </p:spPr>
      </p:pic>
    </p:spTree>
    <p:extLst>
      <p:ext uri="{BB962C8B-B14F-4D97-AF65-F5344CB8AC3E}">
        <p14:creationId xmlns:p14="http://schemas.microsoft.com/office/powerpoint/2010/main" val="3143385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19ADC0-FA8C-F7DA-684F-502141B84BC2}"/>
              </a:ext>
            </a:extLst>
          </p:cNvPr>
          <p:cNvSpPr>
            <a:spLocks noGrp="1"/>
          </p:cNvSpPr>
          <p:nvPr>
            <p:ph type="title"/>
          </p:nvPr>
        </p:nvSpPr>
        <p:spPr>
          <a:xfrm>
            <a:off x="372533" y="548639"/>
            <a:ext cx="4475512" cy="5719639"/>
          </a:xfrm>
        </p:spPr>
        <p:txBody>
          <a:bodyPr anchor="t">
            <a:normAutofit/>
          </a:bodyPr>
          <a:lstStyle/>
          <a:p>
            <a:r>
              <a:rPr lang="en-US" sz="3600" dirty="0">
                <a:latin typeface="Arial" panose="020B0604020202020204" pitchFamily="34" charset="0"/>
                <a:cs typeface="Arial" panose="020B0604020202020204" pitchFamily="34" charset="0"/>
              </a:rPr>
              <a:t>Recommendations</a:t>
            </a:r>
          </a:p>
        </p:txBody>
      </p:sp>
      <p:graphicFrame>
        <p:nvGraphicFramePr>
          <p:cNvPr id="5" name="Content Placeholder 2">
            <a:extLst>
              <a:ext uri="{FF2B5EF4-FFF2-40B4-BE49-F238E27FC236}">
                <a16:creationId xmlns:a16="http://schemas.microsoft.com/office/drawing/2014/main" id="{36AC0273-6159-21A7-713D-5C7B780BEE4F}"/>
              </a:ext>
            </a:extLst>
          </p:cNvPr>
          <p:cNvGraphicFramePr>
            <a:graphicFrameLocks noGrp="1"/>
          </p:cNvGraphicFramePr>
          <p:nvPr>
            <p:ph sz="quarter" idx="13"/>
            <p:extLst>
              <p:ext uri="{D42A27DB-BD31-4B8C-83A1-F6EECF244321}">
                <p14:modId xmlns:p14="http://schemas.microsoft.com/office/powerpoint/2010/main" val="1349799719"/>
              </p:ext>
            </p:extLst>
          </p:nvPr>
        </p:nvGraphicFramePr>
        <p:xfrm>
          <a:off x="5072332" y="549274"/>
          <a:ext cx="6262777" cy="58064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3014453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B8B55-CA7A-3984-3171-A3081C88B9C9}"/>
              </a:ext>
            </a:extLst>
          </p:cNvPr>
          <p:cNvSpPr>
            <a:spLocks noGrp="1"/>
          </p:cNvSpPr>
          <p:nvPr>
            <p:ph type="ctrTitle"/>
          </p:nvPr>
        </p:nvSpPr>
        <p:spPr>
          <a:xfrm>
            <a:off x="1981200" y="1318302"/>
            <a:ext cx="8229600" cy="2621154"/>
          </a:xfrm>
        </p:spPr>
        <p:txBody>
          <a:bodyPr anchor="b">
            <a:normAutofit/>
          </a:bodyPr>
          <a:lstStyle/>
          <a:p>
            <a:r>
              <a:rPr lang="en-US"/>
              <a:t>Thank you</a:t>
            </a:r>
          </a:p>
        </p:txBody>
      </p:sp>
    </p:spTree>
    <p:extLst>
      <p:ext uri="{BB962C8B-B14F-4D97-AF65-F5344CB8AC3E}">
        <p14:creationId xmlns:p14="http://schemas.microsoft.com/office/powerpoint/2010/main" val="1977980473"/>
      </p:ext>
    </p:extLst>
  </p:cSld>
  <p:clrMapOvr>
    <a:masterClrMapping/>
  </p:clrMapOvr>
</p:sld>
</file>

<file path=ppt/theme/theme1.xml><?xml version="1.0" encoding="utf-8"?>
<a:theme xmlns:a="http://schemas.openxmlformats.org/drawingml/2006/main" name="Helena">
  <a:themeElements>
    <a:clrScheme name="Helen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lena" id="{83D43F4A-02D5-42AD-9542-27487597C212}" vid="{14154C61-C2E2-42F2-9833-4EC39495D4C7}"/>
    </a:ext>
  </a:extLst>
</a:theme>
</file>

<file path=docProps/app.xml><?xml version="1.0" encoding="utf-8"?>
<Properties xmlns="http://schemas.openxmlformats.org/officeDocument/2006/extended-properties" xmlns:vt="http://schemas.openxmlformats.org/officeDocument/2006/docPropsVTypes">
  <TotalTime>2212</TotalTime>
  <Words>835</Words>
  <Application>Microsoft Macintosh PowerPoint</Application>
  <PresentationFormat>Widescreen</PresentationFormat>
  <Paragraphs>73</Paragraphs>
  <Slides>16</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Neue Haas Grotesk Text Pro</vt:lpstr>
      <vt:lpstr>Helena</vt:lpstr>
      <vt:lpstr>Maximizing Revenue For Drivers- payment type &amp; fair amount</vt:lpstr>
      <vt:lpstr>Agenda</vt:lpstr>
      <vt:lpstr>Problem Statement</vt:lpstr>
      <vt:lpstr>Objective</vt:lpstr>
      <vt:lpstr>Research Question</vt:lpstr>
      <vt:lpstr>Data Overview</vt:lpstr>
      <vt:lpstr>Methodology</vt:lpstr>
      <vt:lpstr>Journey Insight</vt:lpstr>
      <vt:lpstr>Journey Insight</vt:lpstr>
      <vt:lpstr>Passenger count analysis </vt:lpstr>
      <vt:lpstr> Is there a relationship between total trip duration and fare amount? </vt:lpstr>
      <vt:lpstr>Hypothesis Testing</vt:lpstr>
      <vt:lpstr>Is there a relationship between total fare amount and payment type? </vt:lpstr>
      <vt:lpstr>Hypothesis Testing</vt:lpstr>
      <vt:lpstr>Recommendations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jagriti verma</dc:creator>
  <cp:lastModifiedBy>jagriti verma</cp:lastModifiedBy>
  <cp:revision>16</cp:revision>
  <dcterms:created xsi:type="dcterms:W3CDTF">2025-11-03T06:25:28Z</dcterms:created>
  <dcterms:modified xsi:type="dcterms:W3CDTF">2025-11-09T14:19:11Z</dcterms:modified>
</cp:coreProperties>
</file>